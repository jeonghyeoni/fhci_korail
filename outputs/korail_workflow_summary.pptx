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28541f56fa47b5" /><Relationship Type="http://schemas.openxmlformats.org/officeDocument/2006/relationships/extended-properties" Target="/docProps/app.xml" Id="R21b54b5438914b30" /><Relationship Type="http://schemas.openxmlformats.org/officeDocument/2006/relationships/officeDocument" Target="/ppt/presentation.xml" Id="Rbb4bae6b8b2c48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d187e146c04086"/>
  </p:sldMasterIdLst>
  <p:notesMasterIdLst>
    <p:notesMasterId xmlns:r="http://schemas.openxmlformats.org/officeDocument/2006/relationships" r:id="R6d0fc288ab974fe2"/>
  </p:notesMasterIdLst>
  <p:sldIdLst>
    <p:sldId xmlns:r="http://schemas.openxmlformats.org/officeDocument/2006/relationships" id="256" r:id="Rc9284882386f4d97"/>
    <p:sldId xmlns:r="http://schemas.openxmlformats.org/officeDocument/2006/relationships" id="257" r:id="R0736ddbb657e46d5"/>
    <p:sldId xmlns:r="http://schemas.openxmlformats.org/officeDocument/2006/relationships" id="258" r:id="Rdb7d80ca3b2c4a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9fb83160a84999" /><Relationship Type="http://schemas.openxmlformats.org/officeDocument/2006/relationships/slideMaster" Target="/ppt/slideMasters/slideMaster1.xml" Id="R35d187e146c04086" /><Relationship Type="http://schemas.openxmlformats.org/officeDocument/2006/relationships/notesMaster" Target="/ppt/notesMasters/notesMaster1.xml" Id="R6d0fc288ab974fe2" /><Relationship Type="http://schemas.openxmlformats.org/officeDocument/2006/relationships/presProps" Target="/ppt/presProps.xml" Id="R892af70e3ebd4fc5" /><Relationship Type="http://schemas.openxmlformats.org/officeDocument/2006/relationships/tableStyles" Target="/ppt/tableStyles.xml" Id="R066f8a5b11ba4a83" /><Relationship Type="http://schemas.openxmlformats.org/officeDocument/2006/relationships/slide" Target="/ppt/slides/slide1.xml" Id="Rc9284882386f4d97" /><Relationship Type="http://schemas.openxmlformats.org/officeDocument/2006/relationships/slide" Target="/ppt/slides/slide2.xml" Id="R0736ddbb657e46d5" /><Relationship Type="http://schemas.openxmlformats.org/officeDocument/2006/relationships/slide" Target="/ppt/slides/slide3.xml" Id="Rdb7d80ca3b2c4a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278986f9ae44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2da923554e4892" /><Relationship Type="http://schemas.openxmlformats.org/officeDocument/2006/relationships/notesMaster" Target="/ppt/notesMasters/notesMaster1.xml" Id="R454a5d9f46ab46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a3f9b4d89b4297" /><Relationship Type="http://schemas.openxmlformats.org/officeDocument/2006/relationships/notesMaster" Target="/ppt/notesMasters/notesMaster1.xml" Id="R777708f16b654a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77d335cba947e6" /><Relationship Type="http://schemas.openxmlformats.org/officeDocument/2006/relationships/notesMaster" Target="/ppt/notesMasters/notesMaster1.xml" Id="R6c0d320fcb534f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fb5a580664e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447a2d8e55464b" /><Relationship Type="http://schemas.openxmlformats.org/officeDocument/2006/relationships/slideLayout" Target="/ppt/slideLayouts/slideLayout1.xml" Id="R70eb0f59f3be45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eb0f59f3be45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60be57962454d" /><Relationship Type="http://schemas.openxmlformats.org/officeDocument/2006/relationships/notesSlide" Target="/ppt/notesSlides/notesSlide1.xml" Id="R6ce64969baac4f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0046888014398" /><Relationship Type="http://schemas.openxmlformats.org/officeDocument/2006/relationships/notesSlide" Target="/ppt/notesSlides/notesSlide2.xml" Id="R277eb550540f41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baad8508b4087" /><Relationship Type="http://schemas.openxmlformats.org/officeDocument/2006/relationships/notesSlide" Target="/ppt/notesSlides/notesSlide3.xml" Id="Rc5f6f36787374f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DB48CC9-0A38-4B4E-896B-C6D9EC6E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KORAIL WORKFLOW SUMMARY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CDC36A-80C6-465F-A095-2D37CACF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Task 1: Desired Seat Selection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CFC5E45-BED7-486B-8349-AD810CBE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 uses explicit seat selection; B enters all-car seat status first.</a:t>
            </a:r>
          </a:p>
        </p:txBody>
      </p:sp>
      <p:sp>
        <p:nvSpPr>
          <p:cNvPr id="4" name="case-title-1-0">
            <a:extLst xmlns:a="http://schemas.openxmlformats.org/drawingml/2006/main">
              <a:ext uri="{FF2B5EF4-FFF2-40B4-BE49-F238E27FC236}">
                <a16:creationId xmlns:a16="http://schemas.microsoft.com/office/drawing/2014/main" id="{F19E39A4-6B71-426B-8AC2-390F4E01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49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803D"/>
                </a:solidFill>
              </a:defRPr>
            </a:pPr>
            <a:r>
              <a:rPr sz="1350" b="1">
                <a:solidFill>
                  <a:srgbClr val="15803D"/>
                </a:solidFill>
              </a:rPr>
              <a:t>A Best</a:t>
            </a:r>
          </a:p>
        </p:txBody>
      </p:sp>
      <p:sp>
        <p:nvSpPr>
          <p:cNvPr id="5" name="screen-band-1-0-search-154">
            <a:extLst xmlns:a="http://schemas.openxmlformats.org/drawingml/2006/main">
              <a:ext uri="{FF2B5EF4-FFF2-40B4-BE49-F238E27FC236}">
                <a16:creationId xmlns:a16="http://schemas.microsoft.com/office/drawing/2014/main" id="{2E330B9E-F608-438B-8A08-E90DF283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66850"/>
            <a:ext cx="2266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screen-label-1-0-search-154">
            <a:extLst xmlns:a="http://schemas.openxmlformats.org/drawingml/2006/main">
              <a:ext uri="{FF2B5EF4-FFF2-40B4-BE49-F238E27FC236}">
                <a16:creationId xmlns:a16="http://schemas.microsoft.com/office/drawing/2014/main" id="{67E5BFA5-D24E-4832-BFAD-A106AF7B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240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7" name="screen-band-1-0-seat-390">
            <a:extLst xmlns:a="http://schemas.openxmlformats.org/drawingml/2006/main">
              <a:ext uri="{FF2B5EF4-FFF2-40B4-BE49-F238E27FC236}">
                <a16:creationId xmlns:a16="http://schemas.microsoft.com/office/drawing/2014/main" id="{DE152FF1-1505-48DD-A2DD-C08F5952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668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8" name="screen-label-1-0-seat-390">
            <a:extLst xmlns:a="http://schemas.openxmlformats.org/drawingml/2006/main">
              <a:ext uri="{FF2B5EF4-FFF2-40B4-BE49-F238E27FC236}">
                <a16:creationId xmlns:a16="http://schemas.microsoft.com/office/drawing/2014/main" id="{7E91B9FE-7B6A-4FF7-B94E-EF2F4D19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24000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좌석 선택</a:t>
            </a:r>
          </a:p>
        </p:txBody>
      </p:sp>
      <p:sp>
        <p:nvSpPr>
          <p:cNvPr id="9" name="screen-band-1-0-search-638">
            <a:extLst xmlns:a="http://schemas.openxmlformats.org/drawingml/2006/main">
              <a:ext uri="{FF2B5EF4-FFF2-40B4-BE49-F238E27FC236}">
                <a16:creationId xmlns:a16="http://schemas.microsoft.com/office/drawing/2014/main" id="{4C42DA96-4E27-40BF-AAA9-13C2C4C1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1104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screen-label-1-0-search-638">
            <a:extLst xmlns:a="http://schemas.openxmlformats.org/drawingml/2006/main">
              <a:ext uri="{FF2B5EF4-FFF2-40B4-BE49-F238E27FC236}">
                <a16:creationId xmlns:a16="http://schemas.microsoft.com/office/drawing/2014/main" id="{C673F9E9-1E88-4400-A51A-CCBEE7CB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11" name="screen-band-1-0-payment-752">
            <a:extLst xmlns:a="http://schemas.openxmlformats.org/drawingml/2006/main">
              <a:ext uri="{FF2B5EF4-FFF2-40B4-BE49-F238E27FC236}">
                <a16:creationId xmlns:a16="http://schemas.microsoft.com/office/drawing/2014/main" id="{25DD7FDF-3047-4D1F-AB18-FE57090B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6685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12" name="screen-label-1-0-payment-752">
            <a:extLst xmlns:a="http://schemas.openxmlformats.org/drawingml/2006/main">
              <a:ext uri="{FF2B5EF4-FFF2-40B4-BE49-F238E27FC236}">
                <a16:creationId xmlns:a16="http://schemas.microsoft.com/office/drawing/2014/main" id="{DE3E836B-E225-493D-99EE-490D4C56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결제 안내</a:t>
            </a:r>
          </a:p>
        </p:txBody>
      </p:sp>
      <p:sp>
        <p:nvSpPr>
          <p:cNvPr id="13" name="node-s1">
            <a:extLst xmlns:a="http://schemas.openxmlformats.org/drawingml/2006/main">
              <a:ext uri="{FF2B5EF4-FFF2-40B4-BE49-F238E27FC236}">
                <a16:creationId xmlns:a16="http://schemas.microsoft.com/office/drawing/2014/main" id="{1D8C973A-37F7-4A53-84CB-6242679A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716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열차 선택</a:t>
            </a:r>
          </a:p>
        </p:txBody>
      </p:sp>
      <p:sp>
        <p:nvSpPr>
          <p:cNvPr id="14" name="node-s2">
            <a:extLst xmlns:a="http://schemas.openxmlformats.org/drawingml/2006/main">
              <a:ext uri="{FF2B5EF4-FFF2-40B4-BE49-F238E27FC236}">
                <a16:creationId xmlns:a16="http://schemas.microsoft.com/office/drawing/2014/main" id="{07860EB6-5799-40CC-B12D-28F612C4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716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좌석 선택 btn</a:t>
            </a:r>
          </a:p>
        </p:txBody>
      </p:sp>
      <p:sp>
        <p:nvSpPr>
          <p:cNvPr id="15" name="node-s3">
            <a:extLst xmlns:a="http://schemas.openxmlformats.org/drawingml/2006/main">
              <a:ext uri="{FF2B5EF4-FFF2-40B4-BE49-F238E27FC236}">
                <a16:creationId xmlns:a16="http://schemas.microsoft.com/office/drawing/2014/main" id="{B94FAEFF-B8BD-4E59-8BE7-FF4342C9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7165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원하는 좌석</a:t>
            </a:r>
          </a:p>
        </p:txBody>
      </p:sp>
      <p:sp>
        <p:nvSpPr>
          <p:cNvPr id="16" name="node-s4">
            <a:extLst xmlns:a="http://schemas.openxmlformats.org/drawingml/2006/main">
              <a:ext uri="{FF2B5EF4-FFF2-40B4-BE49-F238E27FC236}">
                <a16:creationId xmlns:a16="http://schemas.microsoft.com/office/drawing/2014/main" id="{0286A9EC-01B1-47C6-A122-20943FA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71650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선택 완료 btn</a:t>
            </a:r>
          </a:p>
        </p:txBody>
      </p:sp>
      <p:sp>
        <p:nvSpPr>
          <p:cNvPr id="17" name="node-s5">
            <a:extLst xmlns:a="http://schemas.openxmlformats.org/drawingml/2006/main">
              <a:ext uri="{FF2B5EF4-FFF2-40B4-BE49-F238E27FC236}">
                <a16:creationId xmlns:a16="http://schemas.microsoft.com/office/drawing/2014/main" id="{84E82C35-D937-4E31-9A1A-DC15AD19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7165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예매 btn</a:t>
            </a:r>
          </a:p>
        </p:txBody>
      </p:sp>
      <p:sp>
        <p:nvSpPr>
          <p:cNvPr id="18" name="node-s6">
            <a:extLst xmlns:a="http://schemas.openxmlformats.org/drawingml/2006/main">
              <a:ext uri="{FF2B5EF4-FFF2-40B4-BE49-F238E27FC236}">
                <a16:creationId xmlns:a16="http://schemas.microsoft.com/office/drawing/2014/main" id="{C54B7FF8-8A6B-4F3A-9627-74241F9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716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결제하기 btn</a:t>
            </a:r>
          </a:p>
        </p:txBody>
      </p:sp>
      <p:cxnSp>
        <p:nvCxnSpPr>
          <p:cNvPr id="92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305050" y="1962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638550" y="1962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724400" y="1962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9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00750" y="1962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086600" y="1962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24" name="case-title-1-1">
            <a:extLst xmlns:a="http://schemas.openxmlformats.org/drawingml/2006/main">
              <a:ext uri="{FF2B5EF4-FFF2-40B4-BE49-F238E27FC236}">
                <a16:creationId xmlns:a16="http://schemas.microsoft.com/office/drawing/2014/main" id="{7BE7321E-3487-4547-8705-1C8E5B34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432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A Worst</a:t>
            </a:r>
          </a:p>
        </p:txBody>
      </p:sp>
      <p:sp>
        <p:nvSpPr>
          <p:cNvPr id="25" name="screen-band-1-1-search-154">
            <a:extLst xmlns:a="http://schemas.openxmlformats.org/drawingml/2006/main">
              <a:ext uri="{FF2B5EF4-FFF2-40B4-BE49-F238E27FC236}">
                <a16:creationId xmlns:a16="http://schemas.microsoft.com/office/drawing/2014/main" id="{0B5F453C-8FB0-43CA-9F94-5EDDF39F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05150"/>
            <a:ext cx="2019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6" name="screen-label-1-1-search-154">
            <a:extLst xmlns:a="http://schemas.openxmlformats.org/drawingml/2006/main">
              <a:ext uri="{FF2B5EF4-FFF2-40B4-BE49-F238E27FC236}">
                <a16:creationId xmlns:a16="http://schemas.microsoft.com/office/drawing/2014/main" id="{BD310677-ABB0-4646-B5F0-006E0D29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27" name="screen-band-1-1-randomPayment-364">
            <a:extLst xmlns:a="http://schemas.openxmlformats.org/drawingml/2006/main">
              <a:ext uri="{FF2B5EF4-FFF2-40B4-BE49-F238E27FC236}">
                <a16:creationId xmlns:a16="http://schemas.microsoft.com/office/drawing/2014/main" id="{88C96CB3-C7D0-4F8E-ADDF-9ED32521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1028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ECDD3"/>
            </a:solidFill>
            <a:prstDash val="solid"/>
          </a:ln>
        </p:spPr>
      </p:sp>
      <p:sp>
        <p:nvSpPr>
          <p:cNvPr id="28" name="screen-label-1-1-randomPayment-364">
            <a:extLst xmlns:a="http://schemas.openxmlformats.org/drawingml/2006/main">
              <a:ext uri="{FF2B5EF4-FFF2-40B4-BE49-F238E27FC236}">
                <a16:creationId xmlns:a16="http://schemas.microsoft.com/office/drawing/2014/main" id="{85A4D860-0001-47DE-B645-BBE66115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E123C"/>
                </a:solidFill>
              </a:defRPr>
            </a:pPr>
            <a:r>
              <a:rPr sz="975" b="1">
                <a:solidFill>
                  <a:srgbClr val="BE123C"/>
                </a:solidFill>
              </a:rPr>
              <a:t>랜덤 좌석 결제</a:t>
            </a:r>
          </a:p>
        </p:txBody>
      </p:sp>
      <p:sp>
        <p:nvSpPr>
          <p:cNvPr id="29" name="screen-band-1-1-search-470">
            <a:extLst xmlns:a="http://schemas.openxmlformats.org/drawingml/2006/main">
              <a:ext uri="{FF2B5EF4-FFF2-40B4-BE49-F238E27FC236}">
                <a16:creationId xmlns:a16="http://schemas.microsoft.com/office/drawing/2014/main" id="{DF7C987D-E8F9-419C-B566-15FB9E0C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2628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0" name="screen-label-1-1-search-470">
            <a:extLst xmlns:a="http://schemas.openxmlformats.org/drawingml/2006/main">
              <a:ext uri="{FF2B5EF4-FFF2-40B4-BE49-F238E27FC236}">
                <a16:creationId xmlns:a16="http://schemas.microsoft.com/office/drawing/2014/main" id="{32CA88CC-3B86-468F-ADD0-0B41010C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623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31" name="screen-band-1-1-seat-744">
            <a:extLst xmlns:a="http://schemas.openxmlformats.org/drawingml/2006/main">
              <a:ext uri="{FF2B5EF4-FFF2-40B4-BE49-F238E27FC236}">
                <a16:creationId xmlns:a16="http://schemas.microsoft.com/office/drawing/2014/main" id="{5B2E506F-0EE4-44BA-BFD6-EF91CF8D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051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32" name="screen-label-1-1-seat-744">
            <a:extLst xmlns:a="http://schemas.openxmlformats.org/drawingml/2006/main">
              <a:ext uri="{FF2B5EF4-FFF2-40B4-BE49-F238E27FC236}">
                <a16:creationId xmlns:a16="http://schemas.microsoft.com/office/drawing/2014/main" id="{AC1B1DB8-BE6A-4593-BF38-BE151484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좌석 선택</a:t>
            </a:r>
          </a:p>
        </p:txBody>
      </p:sp>
      <p:sp>
        <p:nvSpPr>
          <p:cNvPr id="33" name="screen-band-1-1-search-992">
            <a:extLst xmlns:a="http://schemas.openxmlformats.org/drawingml/2006/main">
              <a:ext uri="{FF2B5EF4-FFF2-40B4-BE49-F238E27FC236}">
                <a16:creationId xmlns:a16="http://schemas.microsoft.com/office/drawing/2014/main" id="{1B4E2533-4E50-4F6F-BA81-94A8B02D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1104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4" name="screen-label-1-1-search-992">
            <a:extLst xmlns:a="http://schemas.openxmlformats.org/drawingml/2006/main">
              <a:ext uri="{FF2B5EF4-FFF2-40B4-BE49-F238E27FC236}">
                <a16:creationId xmlns:a16="http://schemas.microsoft.com/office/drawing/2014/main" id="{4B35AFD8-B3C0-453D-8922-A2FE51E7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35" name="screen-band-1-1-payment-1106">
            <a:extLst xmlns:a="http://schemas.openxmlformats.org/drawingml/2006/main">
              <a:ext uri="{FF2B5EF4-FFF2-40B4-BE49-F238E27FC236}">
                <a16:creationId xmlns:a16="http://schemas.microsoft.com/office/drawing/2014/main" id="{3B59621D-5397-41F1-AA1F-718213CC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105150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36" name="screen-label-1-1-payment-1106">
            <a:extLst xmlns:a="http://schemas.openxmlformats.org/drawingml/2006/main">
              <a:ext uri="{FF2B5EF4-FFF2-40B4-BE49-F238E27FC236}">
                <a16:creationId xmlns:a16="http://schemas.microsoft.com/office/drawing/2014/main" id="{2D6D3E92-C21B-4BCE-B25D-FEAA9724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16230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결제 안내</a:t>
            </a:r>
          </a:p>
        </p:txBody>
      </p:sp>
      <p:sp>
        <p:nvSpPr>
          <p:cNvPr id="37" name="node-s7">
            <a:extLst xmlns:a="http://schemas.openxmlformats.org/drawingml/2006/main">
              <a:ext uri="{FF2B5EF4-FFF2-40B4-BE49-F238E27FC236}">
                <a16:creationId xmlns:a16="http://schemas.microsoft.com/office/drawing/2014/main" id="{A1208A6D-45FC-4851-B0A6-462E7869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099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열차 선택</a:t>
            </a:r>
          </a:p>
        </p:txBody>
      </p:sp>
      <p:sp>
        <p:nvSpPr>
          <p:cNvPr id="38" name="node-s8">
            <a:extLst xmlns:a="http://schemas.openxmlformats.org/drawingml/2006/main">
              <a:ext uri="{FF2B5EF4-FFF2-40B4-BE49-F238E27FC236}">
                <a16:creationId xmlns:a16="http://schemas.microsoft.com/office/drawing/2014/main" id="{AC33E402-4189-40C7-B7BA-2E443058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995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예매 btn</a:t>
            </a:r>
          </a:p>
        </p:txBody>
      </p:sp>
      <p:sp>
        <p:nvSpPr>
          <p:cNvPr id="39" name="node-s9">
            <a:extLst xmlns:a="http://schemas.openxmlformats.org/drawingml/2006/main">
              <a:ext uri="{FF2B5EF4-FFF2-40B4-BE49-F238E27FC236}">
                <a16:creationId xmlns:a16="http://schemas.microsoft.com/office/drawing/2014/main" id="{1A5C19CF-0B6E-4690-8550-22933E4E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099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1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E123C"/>
                </a:solidFill>
              </a:defRPr>
            </a:pPr>
            <a:r>
              <a:rPr sz="1200" b="1">
                <a:solidFill>
                  <a:srgbClr val="BE123C"/>
                </a:solidFill>
              </a:rPr>
              <a:t>뒤로가기</a:t>
            </a:r>
          </a:p>
        </p:txBody>
      </p:sp>
      <p:sp>
        <p:nvSpPr>
          <p:cNvPr id="40" name="node-s10">
            <a:extLst xmlns:a="http://schemas.openxmlformats.org/drawingml/2006/main">
              <a:ext uri="{FF2B5EF4-FFF2-40B4-BE49-F238E27FC236}">
                <a16:creationId xmlns:a16="http://schemas.microsoft.com/office/drawing/2014/main" id="{F3A9695A-C7C4-415F-A402-399ECE00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05175"/>
            <a:ext cx="110490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4ED8"/>
                </a:solidFill>
              </a:defRPr>
            </a:pPr>
            <a:r>
              <a:rPr sz="1125" b="1">
                <a:solidFill>
                  <a:srgbClr val="1D4ED8"/>
                </a:solidFill>
              </a:rPr>
              <a:t>버튼 인지?</a:t>
            </a:r>
          </a:p>
        </p:txBody>
      </p:sp>
      <p:sp>
        <p:nvSpPr>
          <p:cNvPr id="41" name="node-s11">
            <a:extLst xmlns:a="http://schemas.openxmlformats.org/drawingml/2006/main">
              <a:ext uri="{FF2B5EF4-FFF2-40B4-BE49-F238E27FC236}">
                <a16:creationId xmlns:a16="http://schemas.microsoft.com/office/drawing/2014/main" id="{BD69CDC4-F61C-431E-B76C-CCA3B37F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099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좌석 선택 btn</a:t>
            </a:r>
          </a:p>
        </p:txBody>
      </p:sp>
      <p:sp>
        <p:nvSpPr>
          <p:cNvPr id="42" name="node-s12">
            <a:extLst xmlns:a="http://schemas.openxmlformats.org/drawingml/2006/main">
              <a:ext uri="{FF2B5EF4-FFF2-40B4-BE49-F238E27FC236}">
                <a16:creationId xmlns:a16="http://schemas.microsoft.com/office/drawing/2014/main" id="{CF63CF03-C2B0-4FA2-849B-75EE7D1B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원하는 좌석</a:t>
            </a:r>
          </a:p>
        </p:txBody>
      </p:sp>
      <p:sp>
        <p:nvSpPr>
          <p:cNvPr id="43" name="node-s13">
            <a:extLst xmlns:a="http://schemas.openxmlformats.org/drawingml/2006/main">
              <a:ext uri="{FF2B5EF4-FFF2-40B4-BE49-F238E27FC236}">
                <a16:creationId xmlns:a16="http://schemas.microsoft.com/office/drawing/2014/main" id="{0418D828-A51C-457A-8131-4B88A4F3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9950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선택 완료 btn</a:t>
            </a:r>
          </a:p>
        </p:txBody>
      </p:sp>
      <p:sp>
        <p:nvSpPr>
          <p:cNvPr id="44" name="node-s14">
            <a:extLst xmlns:a="http://schemas.openxmlformats.org/drawingml/2006/main">
              <a:ext uri="{FF2B5EF4-FFF2-40B4-BE49-F238E27FC236}">
                <a16:creationId xmlns:a16="http://schemas.microsoft.com/office/drawing/2014/main" id="{063DBA09-3349-475B-A64F-ACE215CB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0995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예매 btn</a:t>
            </a:r>
          </a:p>
        </p:txBody>
      </p:sp>
      <p:sp>
        <p:nvSpPr>
          <p:cNvPr id="45" name="node-s15">
            <a:extLst xmlns:a="http://schemas.openxmlformats.org/drawingml/2006/main">
              <a:ext uri="{FF2B5EF4-FFF2-40B4-BE49-F238E27FC236}">
                <a16:creationId xmlns:a16="http://schemas.microsoft.com/office/drawing/2014/main" id="{0F2B012F-FBF6-4708-AA6D-2AC5A7AC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099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결제하기 btn</a:t>
            </a:r>
          </a:p>
        </p:txBody>
      </p:sp>
      <p:cxnSp>
        <p:nvCxnSpPr>
          <p:cNvPr id="119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305050" y="36004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3390900" y="36004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1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4400550" y="3543300"/>
            <a:ext cx="1714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5676900" y="3543300"/>
            <a:ext cx="1714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3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7010400" y="36004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4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096250" y="36004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5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9372600" y="36004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6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10458450" y="36004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27" name=""/>
          <p:cNvCxnSpPr>
            <a:stCxn xmlns:a="http://schemas.openxmlformats.org/drawingml/2006/main" id="39" idx="2"/>
            <a:endCxn xmlns:a="http://schemas.openxmlformats.org/drawingml/2006/main" id="38" idx="2"/>
          </p:cNvCxnSpPr>
          <p:nvPr/>
        </p:nvCxnSpPr>
        <p:spPr>
          <a:xfrm xmlns:a="http://schemas.openxmlformats.org/drawingml/2006/main" flipH="1">
            <a:off x="2933700" y="37909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55" name="case-title-1-2">
            <a:extLst xmlns:a="http://schemas.openxmlformats.org/drawingml/2006/main">
              <a:ext uri="{FF2B5EF4-FFF2-40B4-BE49-F238E27FC236}">
                <a16:creationId xmlns:a16="http://schemas.microsoft.com/office/drawing/2014/main" id="{FEEAE49F-F7A7-408F-9AD3-08D31E37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815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369A1"/>
                </a:solidFill>
              </a:defRPr>
            </a:pPr>
            <a:r>
              <a:rPr sz="1350" b="1">
                <a:solidFill>
                  <a:srgbClr val="0369A1"/>
                </a:solidFill>
              </a:rPr>
              <a:t>B</a:t>
            </a:r>
          </a:p>
        </p:txBody>
      </p:sp>
      <p:sp>
        <p:nvSpPr>
          <p:cNvPr id="56" name="screen-band-1-2-search-154">
            <a:extLst xmlns:a="http://schemas.openxmlformats.org/drawingml/2006/main">
              <a:ext uri="{FF2B5EF4-FFF2-40B4-BE49-F238E27FC236}">
                <a16:creationId xmlns:a16="http://schemas.microsoft.com/office/drawing/2014/main" id="{2091704F-E82D-4ABA-86BE-662E6509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43450"/>
            <a:ext cx="933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7" name="screen-label-1-2-search-154">
            <a:extLst xmlns:a="http://schemas.openxmlformats.org/drawingml/2006/main">
              <a:ext uri="{FF2B5EF4-FFF2-40B4-BE49-F238E27FC236}">
                <a16:creationId xmlns:a16="http://schemas.microsoft.com/office/drawing/2014/main" id="{A35E6CA7-D773-48F1-ADEB-B8A1467D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006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58" name="screen-band-1-2-status-250">
            <a:extLst xmlns:a="http://schemas.openxmlformats.org/drawingml/2006/main">
              <a:ext uri="{FF2B5EF4-FFF2-40B4-BE49-F238E27FC236}">
                <a16:creationId xmlns:a16="http://schemas.microsoft.com/office/drawing/2014/main" id="{E7457B9C-4107-4F08-A0E9-BDB1DB81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43450"/>
            <a:ext cx="1104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59" name="screen-label-1-2-status-250">
            <a:extLst xmlns:a="http://schemas.openxmlformats.org/drawingml/2006/main">
              <a:ext uri="{FF2B5EF4-FFF2-40B4-BE49-F238E27FC236}">
                <a16:creationId xmlns:a16="http://schemas.microsoft.com/office/drawing/2014/main" id="{8AEAC0E0-96AA-4232-BF5E-97D5C2F4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006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전호차 현황</a:t>
            </a:r>
          </a:p>
        </p:txBody>
      </p:sp>
      <p:sp>
        <p:nvSpPr>
          <p:cNvPr id="60" name="screen-band-1-2-seat-364">
            <a:extLst xmlns:a="http://schemas.openxmlformats.org/drawingml/2006/main">
              <a:ext uri="{FF2B5EF4-FFF2-40B4-BE49-F238E27FC236}">
                <a16:creationId xmlns:a16="http://schemas.microsoft.com/office/drawing/2014/main" id="{01B11202-0E9D-442A-83BC-F0CD3F91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43450"/>
            <a:ext cx="2419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61" name="screen-label-1-2-seat-364">
            <a:extLst xmlns:a="http://schemas.openxmlformats.org/drawingml/2006/main">
              <a:ext uri="{FF2B5EF4-FFF2-40B4-BE49-F238E27FC236}">
                <a16:creationId xmlns:a16="http://schemas.microsoft.com/office/drawing/2014/main" id="{54A25A74-302B-43F1-B252-330CF0E3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006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좌석 선택</a:t>
            </a:r>
          </a:p>
        </p:txBody>
      </p:sp>
      <p:sp>
        <p:nvSpPr>
          <p:cNvPr id="62" name="screen-band-1-2-payment-616">
            <a:extLst xmlns:a="http://schemas.openxmlformats.org/drawingml/2006/main">
              <a:ext uri="{FF2B5EF4-FFF2-40B4-BE49-F238E27FC236}">
                <a16:creationId xmlns:a16="http://schemas.microsoft.com/office/drawing/2014/main" id="{DB668474-E127-40AC-A5C2-E8D4F348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43450"/>
            <a:ext cx="133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63" name="screen-label-1-2-payment-616">
            <a:extLst xmlns:a="http://schemas.openxmlformats.org/drawingml/2006/main">
              <a:ext uri="{FF2B5EF4-FFF2-40B4-BE49-F238E27FC236}">
                <a16:creationId xmlns:a16="http://schemas.microsoft.com/office/drawing/2014/main" id="{679531CD-6DAE-491E-B814-207C85BA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006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결제 안내</a:t>
            </a:r>
          </a:p>
        </p:txBody>
      </p:sp>
      <p:sp>
        <p:nvSpPr>
          <p:cNvPr id="64" name="node-s16">
            <a:extLst xmlns:a="http://schemas.openxmlformats.org/drawingml/2006/main">
              <a:ext uri="{FF2B5EF4-FFF2-40B4-BE49-F238E27FC236}">
                <a16:creationId xmlns:a16="http://schemas.microsoft.com/office/drawing/2014/main" id="{18CED060-91A7-43C8-A3B4-4F219212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열차 선택</a:t>
            </a:r>
          </a:p>
        </p:txBody>
      </p:sp>
      <p:sp>
        <p:nvSpPr>
          <p:cNvPr id="65" name="node-s17">
            <a:extLst xmlns:a="http://schemas.openxmlformats.org/drawingml/2006/main">
              <a:ext uri="{FF2B5EF4-FFF2-40B4-BE49-F238E27FC236}">
                <a16:creationId xmlns:a16="http://schemas.microsoft.com/office/drawing/2014/main" id="{B87BCA2D-E589-4DEB-B46F-32DE6619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원하는 호차</a:t>
            </a:r>
          </a:p>
        </p:txBody>
      </p:sp>
      <p:sp>
        <p:nvSpPr>
          <p:cNvPr id="66" name="node-s18">
            <a:extLst xmlns:a="http://schemas.openxmlformats.org/drawingml/2006/main">
              <a:ext uri="{FF2B5EF4-FFF2-40B4-BE49-F238E27FC236}">
                <a16:creationId xmlns:a16="http://schemas.microsoft.com/office/drawing/2014/main" id="{EAA88910-576D-4888-BA7C-151AED94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4825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원하는 좌석</a:t>
            </a:r>
          </a:p>
        </p:txBody>
      </p:sp>
      <p:sp>
        <p:nvSpPr>
          <p:cNvPr id="67" name="node-s19">
            <a:extLst xmlns:a="http://schemas.openxmlformats.org/drawingml/2006/main">
              <a:ext uri="{FF2B5EF4-FFF2-40B4-BE49-F238E27FC236}">
                <a16:creationId xmlns:a16="http://schemas.microsoft.com/office/drawing/2014/main" id="{25E0F729-1AA9-4637-952A-801B9ADF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482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결제하기 btn</a:t>
            </a:r>
          </a:p>
        </p:txBody>
      </p:sp>
      <p:sp>
        <p:nvSpPr>
          <p:cNvPr id="68" name="node-s20">
            <a:extLst xmlns:a="http://schemas.openxmlformats.org/drawingml/2006/main">
              <a:ext uri="{FF2B5EF4-FFF2-40B4-BE49-F238E27FC236}">
                <a16:creationId xmlns:a16="http://schemas.microsoft.com/office/drawing/2014/main" id="{153E862F-BC31-4153-BB4C-047EED7C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482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결제하기 btn</a:t>
            </a:r>
          </a:p>
        </p:txBody>
      </p:sp>
      <p:cxnSp>
        <p:nvCxnSpPr>
          <p:cNvPr id="142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2305050" y="5238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43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3390900" y="5238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44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476750" y="5238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45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5791200" y="5238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73" name="page-1">
            <a:extLst xmlns:a="http://schemas.openxmlformats.org/drawingml/2006/main">
              <a:ext uri="{FF2B5EF4-FFF2-40B4-BE49-F238E27FC236}">
                <a16:creationId xmlns:a16="http://schemas.microsoft.com/office/drawing/2014/main" id="{BC25EE66-83C0-4F93-B517-4DAB9719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1 page / 3 pages</a:t>
            </a:r>
          </a:p>
        </p:txBody>
      </p:sp>
    </p:spTree>
    <p:extLst>
      <p:ext uri="{BB962C8B-B14F-4D97-AF65-F5344CB8AC3E}">
        <p14:creationId xmlns:p14="http://schemas.microsoft.com/office/powerpoint/2010/main" val="6338033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8D64E90-3289-41AB-93C8-3E900EA1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KORAIL WORKFLOW SUMMARY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8FFDEF-0C00-4EA9-81FF-DD31965E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Task 2: Last Seat Selection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65EA6BD-0549-4457-AB8E-21A0BF5C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Loops appear where users manually search before falling back to booking.</a:t>
            </a:r>
          </a:p>
        </p:txBody>
      </p:sp>
      <p:sp>
        <p:nvSpPr>
          <p:cNvPr id="4" name="case-title-2-0">
            <a:extLst xmlns:a="http://schemas.openxmlformats.org/drawingml/2006/main">
              <a:ext uri="{FF2B5EF4-FFF2-40B4-BE49-F238E27FC236}">
                <a16:creationId xmlns:a16="http://schemas.microsoft.com/office/drawing/2014/main" id="{0CB27C20-A95E-468F-BD91-4FFD8D86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49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803D"/>
                </a:solidFill>
              </a:defRPr>
            </a:pPr>
            <a:r>
              <a:rPr sz="1350" b="1">
                <a:solidFill>
                  <a:srgbClr val="15803D"/>
                </a:solidFill>
              </a:rPr>
              <a:t>A Best</a:t>
            </a:r>
          </a:p>
        </p:txBody>
      </p:sp>
      <p:sp>
        <p:nvSpPr>
          <p:cNvPr id="5" name="screen-band-2-0-search-154">
            <a:extLst xmlns:a="http://schemas.openxmlformats.org/drawingml/2006/main">
              <a:ext uri="{FF2B5EF4-FFF2-40B4-BE49-F238E27FC236}">
                <a16:creationId xmlns:a16="http://schemas.microsoft.com/office/drawing/2014/main" id="{E129250B-0F04-4C0E-8E83-60E8CC8D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66850"/>
            <a:ext cx="2019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screen-label-2-0-search-154">
            <a:extLst xmlns:a="http://schemas.openxmlformats.org/drawingml/2006/main">
              <a:ext uri="{FF2B5EF4-FFF2-40B4-BE49-F238E27FC236}">
                <a16:creationId xmlns:a16="http://schemas.microsoft.com/office/drawing/2014/main" id="{CCA289CD-2D5A-4379-BF73-3582D2F0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24000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7" name="screen-band-2-0-lastPayment-364">
            <a:extLst xmlns:a="http://schemas.openxmlformats.org/drawingml/2006/main">
              <a:ext uri="{FF2B5EF4-FFF2-40B4-BE49-F238E27FC236}">
                <a16:creationId xmlns:a16="http://schemas.microsoft.com/office/drawing/2014/main" id="{859EC08D-AD58-49F9-81D1-EBCCDA07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668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8" name="screen-label-2-0-lastPayment-364">
            <a:extLst xmlns:a="http://schemas.openxmlformats.org/drawingml/2006/main">
              <a:ext uri="{FF2B5EF4-FFF2-40B4-BE49-F238E27FC236}">
                <a16:creationId xmlns:a16="http://schemas.microsoft.com/office/drawing/2014/main" id="{A0F6D922-EADB-42B5-BA0B-DE6810C2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240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2410C"/>
                </a:solidFill>
              </a:defRPr>
            </a:pPr>
            <a:r>
              <a:rPr sz="975" b="1">
                <a:solidFill>
                  <a:srgbClr val="C2410C"/>
                </a:solidFill>
              </a:rPr>
              <a:t>마지막 결제</a:t>
            </a:r>
          </a:p>
        </p:txBody>
      </p:sp>
      <p:sp>
        <p:nvSpPr>
          <p:cNvPr id="9" name="node-s21">
            <a:extLst xmlns:a="http://schemas.openxmlformats.org/drawingml/2006/main">
              <a:ext uri="{FF2B5EF4-FFF2-40B4-BE49-F238E27FC236}">
                <a16:creationId xmlns:a16="http://schemas.microsoft.com/office/drawing/2014/main" id="{E6117461-F27E-4796-A1AB-52905300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716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열차 선택</a:t>
            </a:r>
          </a:p>
        </p:txBody>
      </p:sp>
      <p:sp>
        <p:nvSpPr>
          <p:cNvPr id="10" name="node-s22">
            <a:extLst xmlns:a="http://schemas.openxmlformats.org/drawingml/2006/main">
              <a:ext uri="{FF2B5EF4-FFF2-40B4-BE49-F238E27FC236}">
                <a16:creationId xmlns:a16="http://schemas.microsoft.com/office/drawing/2014/main" id="{9F38C207-FFD5-4D8E-8D91-FFD5BBFB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7165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예매 btn</a:t>
            </a:r>
          </a:p>
        </p:txBody>
      </p:sp>
      <p:sp>
        <p:nvSpPr>
          <p:cNvPr id="11" name="node-s23">
            <a:extLst xmlns:a="http://schemas.openxmlformats.org/drawingml/2006/main">
              <a:ext uri="{FF2B5EF4-FFF2-40B4-BE49-F238E27FC236}">
                <a16:creationId xmlns:a16="http://schemas.microsoft.com/office/drawing/2014/main" id="{3582A66F-189F-4304-8D8D-921723A6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716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241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410C"/>
                </a:solidFill>
              </a:defRPr>
            </a:pPr>
            <a:r>
              <a:rPr sz="1200" b="1">
                <a:solidFill>
                  <a:srgbClr val="C2410C"/>
                </a:solidFill>
              </a:rPr>
              <a:t>결제하기 btn</a:t>
            </a:r>
          </a:p>
        </p:txBody>
      </p:sp>
      <p:cxnSp>
        <p:nvCxnSpPr>
          <p:cNvPr id="7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05050" y="1962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90900" y="1962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14" name="case-title-2-1">
            <a:extLst xmlns:a="http://schemas.openxmlformats.org/drawingml/2006/main">
              <a:ext uri="{FF2B5EF4-FFF2-40B4-BE49-F238E27FC236}">
                <a16:creationId xmlns:a16="http://schemas.microsoft.com/office/drawing/2014/main" id="{6D59DC58-A6F4-4CCF-9A79-E0307FF4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A Worst</a:t>
            </a:r>
          </a:p>
        </p:txBody>
      </p:sp>
      <p:sp>
        <p:nvSpPr>
          <p:cNvPr id="15" name="screen-band-2-1-search-154">
            <a:extLst xmlns:a="http://schemas.openxmlformats.org/drawingml/2006/main">
              <a:ext uri="{FF2B5EF4-FFF2-40B4-BE49-F238E27FC236}">
                <a16:creationId xmlns:a16="http://schemas.microsoft.com/office/drawing/2014/main" id="{EAFBC0A4-F056-4571-AB73-4D5A3EF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2266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screen-label-2-1-search-154">
            <a:extLst xmlns:a="http://schemas.openxmlformats.org/drawingml/2006/main">
              <a:ext uri="{FF2B5EF4-FFF2-40B4-BE49-F238E27FC236}">
                <a16:creationId xmlns:a16="http://schemas.microsoft.com/office/drawing/2014/main" id="{8D29A0FD-3E1C-4827-96AA-D36757D0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003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17" name="screen-band-2-1-seat-390">
            <a:extLst xmlns:a="http://schemas.openxmlformats.org/drawingml/2006/main">
              <a:ext uri="{FF2B5EF4-FFF2-40B4-BE49-F238E27FC236}">
                <a16:creationId xmlns:a16="http://schemas.microsoft.com/office/drawing/2014/main" id="{267FC421-74AF-456B-B6BC-0E47CFF8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327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8" name="screen-label-2-1-seat-390">
            <a:extLst xmlns:a="http://schemas.openxmlformats.org/drawingml/2006/main">
              <a:ext uri="{FF2B5EF4-FFF2-40B4-BE49-F238E27FC236}">
                <a16:creationId xmlns:a16="http://schemas.microsoft.com/office/drawing/2014/main" id="{7F498B63-625A-4A8C-9C9C-158395BE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00350"/>
            <a:ext cx="312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좌석 선택</a:t>
            </a:r>
          </a:p>
        </p:txBody>
      </p:sp>
      <p:sp>
        <p:nvSpPr>
          <p:cNvPr id="19" name="screen-band-2-1-search-732">
            <a:extLst xmlns:a="http://schemas.openxmlformats.org/drawingml/2006/main">
              <a:ext uri="{FF2B5EF4-FFF2-40B4-BE49-F238E27FC236}">
                <a16:creationId xmlns:a16="http://schemas.microsoft.com/office/drawing/2014/main" id="{1E25DD4C-D454-4398-99CA-23175608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43200"/>
            <a:ext cx="1104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0" name="screen-label-2-1-search-732">
            <a:extLst xmlns:a="http://schemas.openxmlformats.org/drawingml/2006/main">
              <a:ext uri="{FF2B5EF4-FFF2-40B4-BE49-F238E27FC236}">
                <a16:creationId xmlns:a16="http://schemas.microsoft.com/office/drawing/2014/main" id="{1E83D8B2-9564-4DB0-9C53-10CA3502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03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21" name="screen-band-2-1-lastPayment-846">
            <a:extLst xmlns:a="http://schemas.openxmlformats.org/drawingml/2006/main">
              <a:ext uri="{FF2B5EF4-FFF2-40B4-BE49-F238E27FC236}">
                <a16:creationId xmlns:a16="http://schemas.microsoft.com/office/drawing/2014/main" id="{43FE7B46-93AE-440B-A9B6-BDFA2B6E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4320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2" name="screen-label-2-1-lastPayment-846">
            <a:extLst xmlns:a="http://schemas.openxmlformats.org/drawingml/2006/main">
              <a:ext uri="{FF2B5EF4-FFF2-40B4-BE49-F238E27FC236}">
                <a16:creationId xmlns:a16="http://schemas.microsoft.com/office/drawing/2014/main" id="{4C8331FF-DE58-4D49-93BC-B8ED2D8F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2410C"/>
                </a:solidFill>
              </a:defRPr>
            </a:pPr>
            <a:r>
              <a:rPr sz="975" b="1">
                <a:solidFill>
                  <a:srgbClr val="C2410C"/>
                </a:solidFill>
              </a:rPr>
              <a:t>마지막 결제</a:t>
            </a:r>
          </a:p>
        </p:txBody>
      </p:sp>
      <p:sp>
        <p:nvSpPr>
          <p:cNvPr id="23" name="node-s24">
            <a:extLst xmlns:a="http://schemas.openxmlformats.org/drawingml/2006/main">
              <a:ext uri="{FF2B5EF4-FFF2-40B4-BE49-F238E27FC236}">
                <a16:creationId xmlns:a16="http://schemas.microsoft.com/office/drawing/2014/main" id="{C5F0F929-A9B1-40D4-A68A-24DDBE85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4800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열차 선택</a:t>
            </a:r>
          </a:p>
        </p:txBody>
      </p:sp>
      <p:sp>
        <p:nvSpPr>
          <p:cNvPr id="24" name="node-s25">
            <a:extLst xmlns:a="http://schemas.openxmlformats.org/drawingml/2006/main">
              <a:ext uri="{FF2B5EF4-FFF2-40B4-BE49-F238E27FC236}">
                <a16:creationId xmlns:a16="http://schemas.microsoft.com/office/drawing/2014/main" id="{65848AEE-82C6-4783-B938-79220220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좌석 선택 btn</a:t>
            </a:r>
          </a:p>
        </p:txBody>
      </p:sp>
      <p:sp>
        <p:nvSpPr>
          <p:cNvPr id="25" name="node-s26">
            <a:extLst xmlns:a="http://schemas.openxmlformats.org/drawingml/2006/main">
              <a:ext uri="{FF2B5EF4-FFF2-40B4-BE49-F238E27FC236}">
                <a16:creationId xmlns:a16="http://schemas.microsoft.com/office/drawing/2014/main" id="{BE1A069B-2B6E-42E6-B6BA-2343B5BC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43225"/>
            <a:ext cx="91440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비효율?</a:t>
            </a:r>
          </a:p>
        </p:txBody>
      </p:sp>
      <p:sp>
        <p:nvSpPr>
          <p:cNvPr id="26" name="node-s27">
            <a:extLst xmlns:a="http://schemas.openxmlformats.org/drawingml/2006/main">
              <a:ext uri="{FF2B5EF4-FFF2-40B4-BE49-F238E27FC236}">
                <a16:creationId xmlns:a16="http://schemas.microsoft.com/office/drawing/2014/main" id="{EAB1A1AD-9A62-40A4-BFC5-ABCF5948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4800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호차 변경</a:t>
            </a:r>
          </a:p>
        </p:txBody>
      </p:sp>
      <p:sp>
        <p:nvSpPr>
          <p:cNvPr id="27" name="node-s28">
            <a:extLst xmlns:a="http://schemas.openxmlformats.org/drawingml/2006/main">
              <a:ext uri="{FF2B5EF4-FFF2-40B4-BE49-F238E27FC236}">
                <a16:creationId xmlns:a16="http://schemas.microsoft.com/office/drawing/2014/main" id="{F35FAFCE-D43A-4804-B1E7-83C10128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4800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뒤로가기</a:t>
            </a:r>
          </a:p>
        </p:txBody>
      </p:sp>
      <p:sp>
        <p:nvSpPr>
          <p:cNvPr id="28" name="node-s29">
            <a:extLst xmlns:a="http://schemas.openxmlformats.org/drawingml/2006/main">
              <a:ext uri="{FF2B5EF4-FFF2-40B4-BE49-F238E27FC236}">
                <a16:creationId xmlns:a16="http://schemas.microsoft.com/office/drawing/2014/main" id="{18765959-9E19-4F4E-B1E5-02A0BA73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예매 btn</a:t>
            </a:r>
          </a:p>
        </p:txBody>
      </p:sp>
      <p:sp>
        <p:nvSpPr>
          <p:cNvPr id="29" name="node-s30">
            <a:extLst xmlns:a="http://schemas.openxmlformats.org/drawingml/2006/main">
              <a:ext uri="{FF2B5EF4-FFF2-40B4-BE49-F238E27FC236}">
                <a16:creationId xmlns:a16="http://schemas.microsoft.com/office/drawing/2014/main" id="{D26C38FE-59F8-476B-A845-032DDD5D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241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410C"/>
                </a:solidFill>
              </a:defRPr>
            </a:pPr>
            <a:r>
              <a:rPr sz="1200" b="1">
                <a:solidFill>
                  <a:srgbClr val="C2410C"/>
                </a:solidFill>
              </a:rPr>
              <a:t>결제하기 btn</a:t>
            </a:r>
          </a:p>
        </p:txBody>
      </p:sp>
      <p:cxnSp>
        <p:nvCxnSpPr>
          <p:cNvPr id="97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305050" y="32385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3638550" y="3181350"/>
            <a:ext cx="1714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9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724400" y="3181350"/>
            <a:ext cx="1714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00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886450" y="32385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01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896100" y="32385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981950" y="32385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03" name=""/>
          <p:cNvCxnSpPr>
            <a:stCxn xmlns:a="http://schemas.openxmlformats.org/drawingml/2006/main" id="26" idx="2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H="1" flipV="1">
            <a:off x="4267200" y="3419475"/>
            <a:ext cx="1123950" cy="9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37" name="case-title-2-2">
            <a:extLst xmlns:a="http://schemas.openxmlformats.org/drawingml/2006/main">
              <a:ext uri="{FF2B5EF4-FFF2-40B4-BE49-F238E27FC236}">
                <a16:creationId xmlns:a16="http://schemas.microsoft.com/office/drawing/2014/main" id="{AD8E24FE-743F-4F6E-B316-3E4633FF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576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803D"/>
                </a:solidFill>
              </a:defRPr>
            </a:pPr>
            <a:r>
              <a:rPr sz="1350" b="1">
                <a:solidFill>
                  <a:srgbClr val="15803D"/>
                </a:solidFill>
              </a:rPr>
              <a:t>B Best</a:t>
            </a:r>
          </a:p>
        </p:txBody>
      </p:sp>
      <p:sp>
        <p:nvSpPr>
          <p:cNvPr id="38" name="screen-band-2-2-search-154">
            <a:extLst xmlns:a="http://schemas.openxmlformats.org/drawingml/2006/main">
              <a:ext uri="{FF2B5EF4-FFF2-40B4-BE49-F238E27FC236}">
                <a16:creationId xmlns:a16="http://schemas.microsoft.com/office/drawing/2014/main" id="{C10CA6E9-6559-43D5-9229-3470519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9550"/>
            <a:ext cx="933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9" name="screen-label-2-2-search-154">
            <a:extLst xmlns:a="http://schemas.openxmlformats.org/drawingml/2006/main">
              <a:ext uri="{FF2B5EF4-FFF2-40B4-BE49-F238E27FC236}">
                <a16:creationId xmlns:a16="http://schemas.microsoft.com/office/drawing/2014/main" id="{0FD8BBA1-BDDF-44C8-A3CF-ED9DE2A4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767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40" name="screen-band-2-2-status-250">
            <a:extLst xmlns:a="http://schemas.openxmlformats.org/drawingml/2006/main">
              <a:ext uri="{FF2B5EF4-FFF2-40B4-BE49-F238E27FC236}">
                <a16:creationId xmlns:a16="http://schemas.microsoft.com/office/drawing/2014/main" id="{E4BB9027-4EE7-4436-B92F-329CB480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19550"/>
            <a:ext cx="1314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41" name="screen-label-2-2-status-250">
            <a:extLst xmlns:a="http://schemas.openxmlformats.org/drawingml/2006/main">
              <a:ext uri="{FF2B5EF4-FFF2-40B4-BE49-F238E27FC236}">
                <a16:creationId xmlns:a16="http://schemas.microsoft.com/office/drawing/2014/main" id="{474BFEBC-0DBF-43F6-99EF-E314F3C6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767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전호차 현황</a:t>
            </a:r>
          </a:p>
        </p:txBody>
      </p:sp>
      <p:sp>
        <p:nvSpPr>
          <p:cNvPr id="42" name="screen-band-2-2-lastPayment-386">
            <a:extLst xmlns:a="http://schemas.openxmlformats.org/drawingml/2006/main">
              <a:ext uri="{FF2B5EF4-FFF2-40B4-BE49-F238E27FC236}">
                <a16:creationId xmlns:a16="http://schemas.microsoft.com/office/drawing/2014/main" id="{5839EF34-B47A-4B14-8B60-91028ACD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95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43" name="screen-label-2-2-lastPayment-386">
            <a:extLst xmlns:a="http://schemas.openxmlformats.org/drawingml/2006/main">
              <a:ext uri="{FF2B5EF4-FFF2-40B4-BE49-F238E27FC236}">
                <a16:creationId xmlns:a16="http://schemas.microsoft.com/office/drawing/2014/main" id="{F7B0095E-EED7-4983-9572-2143D2F5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2410C"/>
                </a:solidFill>
              </a:defRPr>
            </a:pPr>
            <a:r>
              <a:rPr sz="975" b="1">
                <a:solidFill>
                  <a:srgbClr val="C2410C"/>
                </a:solidFill>
              </a:rPr>
              <a:t>마지막 결제</a:t>
            </a:r>
          </a:p>
        </p:txBody>
      </p:sp>
      <p:sp>
        <p:nvSpPr>
          <p:cNvPr id="44" name="node-s31">
            <a:extLst xmlns:a="http://schemas.openxmlformats.org/drawingml/2006/main">
              <a:ext uri="{FF2B5EF4-FFF2-40B4-BE49-F238E27FC236}">
                <a16:creationId xmlns:a16="http://schemas.microsoft.com/office/drawing/2014/main" id="{D983DDD3-A841-4BF9-A4EB-E7920E1E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243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열차 선택</a:t>
            </a:r>
          </a:p>
        </p:txBody>
      </p:sp>
      <p:sp>
        <p:nvSpPr>
          <p:cNvPr id="45" name="node-s32">
            <a:extLst xmlns:a="http://schemas.openxmlformats.org/drawingml/2006/main">
              <a:ext uri="{FF2B5EF4-FFF2-40B4-BE49-F238E27FC236}">
                <a16:creationId xmlns:a16="http://schemas.microsoft.com/office/drawing/2014/main" id="{86055FB5-926D-47E3-B98F-D394F274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24350"/>
            <a:ext cx="1123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자동선택 btn</a:t>
            </a:r>
          </a:p>
        </p:txBody>
      </p:sp>
      <p:sp>
        <p:nvSpPr>
          <p:cNvPr id="46" name="node-s33">
            <a:extLst xmlns:a="http://schemas.openxmlformats.org/drawingml/2006/main">
              <a:ext uri="{FF2B5EF4-FFF2-40B4-BE49-F238E27FC236}">
                <a16:creationId xmlns:a16="http://schemas.microsoft.com/office/drawing/2014/main" id="{F4014A04-43DE-4200-B447-0DF055CC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243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241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410C"/>
                </a:solidFill>
              </a:defRPr>
            </a:pPr>
            <a:r>
              <a:rPr sz="1200" b="1">
                <a:solidFill>
                  <a:srgbClr val="C2410C"/>
                </a:solidFill>
              </a:rPr>
              <a:t>결제하기 btn</a:t>
            </a:r>
          </a:p>
        </p:txBody>
      </p:sp>
      <p:cxnSp>
        <p:nvCxnSpPr>
          <p:cNvPr id="114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2305050" y="45148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15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3600450" y="45148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49" name="case-title-2-3">
            <a:extLst xmlns:a="http://schemas.openxmlformats.org/drawingml/2006/main">
              <a:ext uri="{FF2B5EF4-FFF2-40B4-BE49-F238E27FC236}">
                <a16:creationId xmlns:a16="http://schemas.microsoft.com/office/drawing/2014/main" id="{6CE2676A-D3E5-4C33-B890-6CD7D78A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339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B Worst</a:t>
            </a:r>
          </a:p>
        </p:txBody>
      </p:sp>
      <p:sp>
        <p:nvSpPr>
          <p:cNvPr id="50" name="screen-band-2-3-search-154">
            <a:extLst xmlns:a="http://schemas.openxmlformats.org/drawingml/2006/main">
              <a:ext uri="{FF2B5EF4-FFF2-40B4-BE49-F238E27FC236}">
                <a16:creationId xmlns:a16="http://schemas.microsoft.com/office/drawing/2014/main" id="{BFA256D5-3865-4A08-AAB9-D6EC0C48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95900"/>
            <a:ext cx="933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1" name="screen-label-2-3-search-154">
            <a:extLst xmlns:a="http://schemas.openxmlformats.org/drawingml/2006/main">
              <a:ext uri="{FF2B5EF4-FFF2-40B4-BE49-F238E27FC236}">
                <a16:creationId xmlns:a16="http://schemas.microsoft.com/office/drawing/2014/main" id="{AA221A49-8517-4D76-9059-BC659AB5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530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52" name="screen-band-2-3-status-250">
            <a:extLst xmlns:a="http://schemas.openxmlformats.org/drawingml/2006/main">
              <a:ext uri="{FF2B5EF4-FFF2-40B4-BE49-F238E27FC236}">
                <a16:creationId xmlns:a16="http://schemas.microsoft.com/office/drawing/2014/main" id="{3032D3EF-F275-4D9D-94E8-6D843E9A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95900"/>
            <a:ext cx="1104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53" name="screen-label-2-3-status-250">
            <a:extLst xmlns:a="http://schemas.openxmlformats.org/drawingml/2006/main">
              <a:ext uri="{FF2B5EF4-FFF2-40B4-BE49-F238E27FC236}">
                <a16:creationId xmlns:a16="http://schemas.microsoft.com/office/drawing/2014/main" id="{5CF4DF5E-67DD-4034-8888-8D20EC91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530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전호차 현황</a:t>
            </a:r>
          </a:p>
        </p:txBody>
      </p:sp>
      <p:sp>
        <p:nvSpPr>
          <p:cNvPr id="54" name="screen-band-2-3-seat-364">
            <a:extLst xmlns:a="http://schemas.openxmlformats.org/drawingml/2006/main">
              <a:ext uri="{FF2B5EF4-FFF2-40B4-BE49-F238E27FC236}">
                <a16:creationId xmlns:a16="http://schemas.microsoft.com/office/drawing/2014/main" id="{0BA642FD-590D-486C-A0D4-98B1C522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95900"/>
            <a:ext cx="2419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55" name="screen-label-2-3-seat-364">
            <a:extLst xmlns:a="http://schemas.openxmlformats.org/drawingml/2006/main">
              <a:ext uri="{FF2B5EF4-FFF2-40B4-BE49-F238E27FC236}">
                <a16:creationId xmlns:a16="http://schemas.microsoft.com/office/drawing/2014/main" id="{C651E60A-2D38-4C17-9960-E987C6BE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530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좌석 선택</a:t>
            </a:r>
          </a:p>
        </p:txBody>
      </p:sp>
      <p:sp>
        <p:nvSpPr>
          <p:cNvPr id="56" name="screen-band-2-3-payment-616">
            <a:extLst xmlns:a="http://schemas.openxmlformats.org/drawingml/2006/main">
              <a:ext uri="{FF2B5EF4-FFF2-40B4-BE49-F238E27FC236}">
                <a16:creationId xmlns:a16="http://schemas.microsoft.com/office/drawing/2014/main" id="{BEEA38B2-8479-43AF-A7BD-A87B0745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9590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57" name="screen-label-2-3-payment-616">
            <a:extLst xmlns:a="http://schemas.openxmlformats.org/drawingml/2006/main">
              <a:ext uri="{FF2B5EF4-FFF2-40B4-BE49-F238E27FC236}">
                <a16:creationId xmlns:a16="http://schemas.microsoft.com/office/drawing/2014/main" id="{D044D620-3929-4DC7-81C1-E3F2D07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530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결제 안내</a:t>
            </a:r>
          </a:p>
        </p:txBody>
      </p:sp>
      <p:sp>
        <p:nvSpPr>
          <p:cNvPr id="58" name="node-s34">
            <a:extLst xmlns:a="http://schemas.openxmlformats.org/drawingml/2006/main">
              <a:ext uri="{FF2B5EF4-FFF2-40B4-BE49-F238E27FC236}">
                <a16:creationId xmlns:a16="http://schemas.microsoft.com/office/drawing/2014/main" id="{869C00CE-7C51-4B54-9608-9E505A67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0070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열차 선택</a:t>
            </a:r>
          </a:p>
        </p:txBody>
      </p:sp>
      <p:sp>
        <p:nvSpPr>
          <p:cNvPr id="59" name="node-s35">
            <a:extLst xmlns:a="http://schemas.openxmlformats.org/drawingml/2006/main">
              <a:ext uri="{FF2B5EF4-FFF2-40B4-BE49-F238E27FC236}">
                <a16:creationId xmlns:a16="http://schemas.microsoft.com/office/drawing/2014/main" id="{3A2A8728-02BD-430C-8603-9E43D488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007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마지막 호차</a:t>
            </a:r>
          </a:p>
        </p:txBody>
      </p:sp>
      <p:sp>
        <p:nvSpPr>
          <p:cNvPr id="60" name="node-s36">
            <a:extLst xmlns:a="http://schemas.openxmlformats.org/drawingml/2006/main">
              <a:ext uri="{FF2B5EF4-FFF2-40B4-BE49-F238E27FC236}">
                <a16:creationId xmlns:a16="http://schemas.microsoft.com/office/drawing/2014/main" id="{E9603D72-2BA2-4F7A-9BE6-91A80C56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007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마지막 좌석</a:t>
            </a:r>
          </a:p>
        </p:txBody>
      </p:sp>
      <p:sp>
        <p:nvSpPr>
          <p:cNvPr id="61" name="node-s37">
            <a:extLst xmlns:a="http://schemas.openxmlformats.org/drawingml/2006/main">
              <a:ext uri="{FF2B5EF4-FFF2-40B4-BE49-F238E27FC236}">
                <a16:creationId xmlns:a16="http://schemas.microsoft.com/office/drawing/2014/main" id="{8CC0B3F4-3F8F-48CC-A417-7FA3D16E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00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결제하기 btn</a:t>
            </a:r>
          </a:p>
        </p:txBody>
      </p:sp>
      <p:sp>
        <p:nvSpPr>
          <p:cNvPr id="62" name="node-s38">
            <a:extLst xmlns:a="http://schemas.openxmlformats.org/drawingml/2006/main">
              <a:ext uri="{FF2B5EF4-FFF2-40B4-BE49-F238E27FC236}">
                <a16:creationId xmlns:a16="http://schemas.microsoft.com/office/drawing/2014/main" id="{51269462-E522-4F76-A32B-D47FE6C3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6007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결제하기 btn</a:t>
            </a:r>
          </a:p>
        </p:txBody>
      </p:sp>
      <p:cxnSp>
        <p:nvCxnSpPr>
          <p:cNvPr id="130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2305050" y="5791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1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3390900" y="5791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2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476750" y="5791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3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5791200" y="57912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67" name="page-2">
            <a:extLst xmlns:a="http://schemas.openxmlformats.org/drawingml/2006/main">
              <a:ext uri="{FF2B5EF4-FFF2-40B4-BE49-F238E27FC236}">
                <a16:creationId xmlns:a16="http://schemas.microsoft.com/office/drawing/2014/main" id="{CA4AAEE1-B5A8-447E-97DC-F1E31CA9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2 page / 3 pages</a:t>
            </a:r>
          </a:p>
        </p:txBody>
      </p:sp>
    </p:spTree>
    <p:extLst>
      <p:ext uri="{BB962C8B-B14F-4D97-AF65-F5344CB8AC3E}">
        <p14:creationId xmlns:p14="http://schemas.microsoft.com/office/powerpoint/2010/main" val="951112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5186F4C-9D6E-4AEE-9E8B-53D8D170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KORAIL WORKFLOW SUMMARY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D32C464-1738-4D59-AC9F-3D0C437F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Task 3: Window Seat Selection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0778E93-2934-49D7-A81A-A21113C6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Decision diamonds mark repeated car changes while searching for a window seat.</a:t>
            </a:r>
          </a:p>
        </p:txBody>
      </p:sp>
      <p:sp>
        <p:nvSpPr>
          <p:cNvPr id="4" name="case-title-3-0">
            <a:extLst xmlns:a="http://schemas.openxmlformats.org/drawingml/2006/main">
              <a:ext uri="{FF2B5EF4-FFF2-40B4-BE49-F238E27FC236}">
                <a16:creationId xmlns:a16="http://schemas.microsoft.com/office/drawing/2014/main" id="{D6D6C1C4-B860-4D60-A856-BA960AD4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49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803D"/>
                </a:solidFill>
              </a:defRPr>
            </a:pPr>
            <a:r>
              <a:rPr sz="1350" b="1">
                <a:solidFill>
                  <a:srgbClr val="15803D"/>
                </a:solidFill>
              </a:rPr>
              <a:t>A Best</a:t>
            </a:r>
          </a:p>
        </p:txBody>
      </p:sp>
      <p:sp>
        <p:nvSpPr>
          <p:cNvPr id="5" name="screen-band-3-0-search-154">
            <a:extLst xmlns:a="http://schemas.openxmlformats.org/drawingml/2006/main">
              <a:ext uri="{FF2B5EF4-FFF2-40B4-BE49-F238E27FC236}">
                <a16:creationId xmlns:a16="http://schemas.microsoft.com/office/drawing/2014/main" id="{C6D5EFCC-657C-49EB-BF95-16F6E5CA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66850"/>
            <a:ext cx="226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screen-label-3-0-search-154">
            <a:extLst xmlns:a="http://schemas.openxmlformats.org/drawingml/2006/main">
              <a:ext uri="{FF2B5EF4-FFF2-40B4-BE49-F238E27FC236}">
                <a16:creationId xmlns:a16="http://schemas.microsoft.com/office/drawing/2014/main" id="{A9DD0FDC-0166-4967-9276-D9A349E5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240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7" name="screen-band-3-0-seat-390">
            <a:extLst xmlns:a="http://schemas.openxmlformats.org/drawingml/2006/main">
              <a:ext uri="{FF2B5EF4-FFF2-40B4-BE49-F238E27FC236}">
                <a16:creationId xmlns:a16="http://schemas.microsoft.com/office/drawing/2014/main" id="{719713C8-BD78-4D77-8530-2BB4D129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66850"/>
            <a:ext cx="493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8" name="screen-label-3-0-seat-390">
            <a:extLst xmlns:a="http://schemas.openxmlformats.org/drawingml/2006/main">
              <a:ext uri="{FF2B5EF4-FFF2-40B4-BE49-F238E27FC236}">
                <a16:creationId xmlns:a16="http://schemas.microsoft.com/office/drawing/2014/main" id="{18CB59E0-DA1D-46BA-9BB3-C3929394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24000"/>
            <a:ext cx="478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좌석 선택</a:t>
            </a:r>
          </a:p>
        </p:txBody>
      </p:sp>
      <p:sp>
        <p:nvSpPr>
          <p:cNvPr id="9" name="screen-band-3-0-search-906">
            <a:extLst xmlns:a="http://schemas.openxmlformats.org/drawingml/2006/main">
              <a:ext uri="{FF2B5EF4-FFF2-40B4-BE49-F238E27FC236}">
                <a16:creationId xmlns:a16="http://schemas.microsoft.com/office/drawing/2014/main" id="{08056159-4046-483A-9E85-1C1D27EB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66850"/>
            <a:ext cx="1104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screen-label-3-0-search-906">
            <a:extLst xmlns:a="http://schemas.openxmlformats.org/drawingml/2006/main">
              <a:ext uri="{FF2B5EF4-FFF2-40B4-BE49-F238E27FC236}">
                <a16:creationId xmlns:a16="http://schemas.microsoft.com/office/drawing/2014/main" id="{E3D9C97F-4AD0-46D9-BA64-0349F1AA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11" name="screen-band-3-0-lastPayment-1020">
            <a:extLst xmlns:a="http://schemas.openxmlformats.org/drawingml/2006/main">
              <a:ext uri="{FF2B5EF4-FFF2-40B4-BE49-F238E27FC236}">
                <a16:creationId xmlns:a16="http://schemas.microsoft.com/office/drawing/2014/main" id="{F3F08D08-1CAC-42EB-82E0-9490C84F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668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2" name="screen-label-3-0-lastPayment-1020">
            <a:extLst xmlns:a="http://schemas.openxmlformats.org/drawingml/2006/main">
              <a:ext uri="{FF2B5EF4-FFF2-40B4-BE49-F238E27FC236}">
                <a16:creationId xmlns:a16="http://schemas.microsoft.com/office/drawing/2014/main" id="{1EE4859D-D292-4C46-A333-4313B85D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240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2410C"/>
                </a:solidFill>
              </a:defRPr>
            </a:pPr>
            <a:r>
              <a:rPr sz="975" b="1">
                <a:solidFill>
                  <a:srgbClr val="C2410C"/>
                </a:solidFill>
              </a:rPr>
              <a:t>마지막 결제</a:t>
            </a:r>
          </a:p>
        </p:txBody>
      </p:sp>
      <p:sp>
        <p:nvSpPr>
          <p:cNvPr id="13" name="node-s39">
            <a:extLst xmlns:a="http://schemas.openxmlformats.org/drawingml/2006/main">
              <a:ext uri="{FF2B5EF4-FFF2-40B4-BE49-F238E27FC236}">
                <a16:creationId xmlns:a16="http://schemas.microsoft.com/office/drawing/2014/main" id="{C6582076-8F12-401E-BF4A-66E2B94A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716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열차 선택</a:t>
            </a:r>
          </a:p>
        </p:txBody>
      </p:sp>
      <p:sp>
        <p:nvSpPr>
          <p:cNvPr id="14" name="node-s40">
            <a:extLst xmlns:a="http://schemas.openxmlformats.org/drawingml/2006/main">
              <a:ext uri="{FF2B5EF4-FFF2-40B4-BE49-F238E27FC236}">
                <a16:creationId xmlns:a16="http://schemas.microsoft.com/office/drawing/2014/main" id="{C8F2B02C-EB77-4934-85E1-724A58DC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716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좌석 선택 btn</a:t>
            </a:r>
          </a:p>
        </p:txBody>
      </p:sp>
      <p:sp>
        <p:nvSpPr>
          <p:cNvPr id="15" name="node-s41">
            <a:extLst xmlns:a="http://schemas.openxmlformats.org/drawingml/2006/main">
              <a:ext uri="{FF2B5EF4-FFF2-40B4-BE49-F238E27FC236}">
                <a16:creationId xmlns:a16="http://schemas.microsoft.com/office/drawing/2014/main" id="{E9050BCB-9547-495B-85D6-0565AEA8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66875"/>
            <a:ext cx="110490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창가 찾음?</a:t>
            </a:r>
          </a:p>
        </p:txBody>
      </p:sp>
      <p:sp>
        <p:nvSpPr>
          <p:cNvPr id="16" name="node-s42">
            <a:extLst xmlns:a="http://schemas.openxmlformats.org/drawingml/2006/main">
              <a:ext uri="{FF2B5EF4-FFF2-40B4-BE49-F238E27FC236}">
                <a16:creationId xmlns:a16="http://schemas.microsoft.com/office/drawing/2014/main" id="{F28C00BE-360B-4846-9C15-33B59922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7165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호차 변경</a:t>
            </a:r>
          </a:p>
        </p:txBody>
      </p:sp>
      <p:sp>
        <p:nvSpPr>
          <p:cNvPr id="17" name="node-s43">
            <a:extLst xmlns:a="http://schemas.openxmlformats.org/drawingml/2006/main">
              <a:ext uri="{FF2B5EF4-FFF2-40B4-BE49-F238E27FC236}">
                <a16:creationId xmlns:a16="http://schemas.microsoft.com/office/drawing/2014/main" id="{53337503-C545-44B3-ADAB-F0FFDEC8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7165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창가 좌석</a:t>
            </a:r>
          </a:p>
        </p:txBody>
      </p:sp>
      <p:sp>
        <p:nvSpPr>
          <p:cNvPr id="18" name="node-s44">
            <a:extLst xmlns:a="http://schemas.openxmlformats.org/drawingml/2006/main">
              <a:ext uri="{FF2B5EF4-FFF2-40B4-BE49-F238E27FC236}">
                <a16:creationId xmlns:a16="http://schemas.microsoft.com/office/drawing/2014/main" id="{F97009CA-5410-4854-8831-50FF23C7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71650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선택 완료 btn</a:t>
            </a:r>
          </a:p>
        </p:txBody>
      </p:sp>
      <p:sp>
        <p:nvSpPr>
          <p:cNvPr id="19" name="node-s45">
            <a:extLst xmlns:a="http://schemas.openxmlformats.org/drawingml/2006/main">
              <a:ext uri="{FF2B5EF4-FFF2-40B4-BE49-F238E27FC236}">
                <a16:creationId xmlns:a16="http://schemas.microsoft.com/office/drawing/2014/main" id="{014F6769-85D6-4FC4-B01C-FEFA2A59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7165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예매 btn</a:t>
            </a:r>
          </a:p>
        </p:txBody>
      </p:sp>
      <p:sp>
        <p:nvSpPr>
          <p:cNvPr id="20" name="node-s46">
            <a:extLst xmlns:a="http://schemas.openxmlformats.org/drawingml/2006/main">
              <a:ext uri="{FF2B5EF4-FFF2-40B4-BE49-F238E27FC236}">
                <a16:creationId xmlns:a16="http://schemas.microsoft.com/office/drawing/2014/main" id="{DC303C45-FDF8-4E3F-8E69-73589412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716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241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410C"/>
                </a:solidFill>
              </a:defRPr>
            </a:pPr>
            <a:r>
              <a:rPr sz="1200" b="1">
                <a:solidFill>
                  <a:srgbClr val="C2410C"/>
                </a:solidFill>
              </a:rPr>
              <a:t>결제하기 btn</a:t>
            </a:r>
          </a:p>
        </p:txBody>
      </p:sp>
      <p:cxnSp>
        <p:nvCxnSpPr>
          <p:cNvPr id="131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305050" y="1962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2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638550" y="1905000"/>
            <a:ext cx="1714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914900" y="1905000"/>
            <a:ext cx="1714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76950" y="1962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277100" y="1962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6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553450" y="1962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7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639300" y="19621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38" name=""/>
          <p:cNvCxnSpPr>
            <a:stCxn xmlns:a="http://schemas.openxmlformats.org/drawingml/2006/main" id="16" idx="2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H="1" flipV="1">
            <a:off x="4362450" y="2143125"/>
            <a:ext cx="1219200" cy="9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29" name="case-title-3-1">
            <a:extLst xmlns:a="http://schemas.openxmlformats.org/drawingml/2006/main">
              <a:ext uri="{FF2B5EF4-FFF2-40B4-BE49-F238E27FC236}">
                <a16:creationId xmlns:a16="http://schemas.microsoft.com/office/drawing/2014/main" id="{3B27DF0B-2E40-4099-BF0A-33FABB57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145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D28D9"/>
                </a:solidFill>
              </a:defRPr>
            </a:pPr>
            <a:r>
              <a:rPr sz="1350" b="1">
                <a:solidFill>
                  <a:srgbClr val="6D28D9"/>
                </a:solidFill>
              </a:rPr>
              <a:t>A Lucky Best</a:t>
            </a:r>
          </a:p>
        </p:txBody>
      </p:sp>
      <p:sp>
        <p:nvSpPr>
          <p:cNvPr id="30" name="screen-band-3-1-search-154">
            <a:extLst xmlns:a="http://schemas.openxmlformats.org/drawingml/2006/main">
              <a:ext uri="{FF2B5EF4-FFF2-40B4-BE49-F238E27FC236}">
                <a16:creationId xmlns:a16="http://schemas.microsoft.com/office/drawing/2014/main" id="{3DDE91C9-6F28-474B-BE8E-41041A32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1" name="screen-label-3-1-search-154">
            <a:extLst xmlns:a="http://schemas.openxmlformats.org/drawingml/2006/main">
              <a:ext uri="{FF2B5EF4-FFF2-40B4-BE49-F238E27FC236}">
                <a16:creationId xmlns:a16="http://schemas.microsoft.com/office/drawing/2014/main" id="{443C73F1-7F1B-413B-B928-F54D9B54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33650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32" name="screen-band-3-1-windowPayment-364">
            <a:extLst xmlns:a="http://schemas.openxmlformats.org/drawingml/2006/main">
              <a:ext uri="{FF2B5EF4-FFF2-40B4-BE49-F238E27FC236}">
                <a16:creationId xmlns:a16="http://schemas.microsoft.com/office/drawing/2014/main" id="{9F74F72A-B8BE-41E4-B74E-E9AC0B93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33" name="screen-label-3-1-windowPayment-364">
            <a:extLst xmlns:a="http://schemas.openxmlformats.org/drawingml/2006/main">
              <a:ext uri="{FF2B5EF4-FFF2-40B4-BE49-F238E27FC236}">
                <a16:creationId xmlns:a16="http://schemas.microsoft.com/office/drawing/2014/main" id="{E6E592BC-2B1D-4F79-979C-34342297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47857"/>
                </a:solidFill>
              </a:defRPr>
            </a:pPr>
            <a:r>
              <a:rPr sz="975" b="1">
                <a:solidFill>
                  <a:srgbClr val="047857"/>
                </a:solidFill>
              </a:rPr>
              <a:t>창가 좌석 결제</a:t>
            </a:r>
          </a:p>
        </p:txBody>
      </p:sp>
      <p:sp>
        <p:nvSpPr>
          <p:cNvPr id="34" name="node-s47">
            <a:extLst xmlns:a="http://schemas.openxmlformats.org/drawingml/2006/main">
              <a:ext uri="{FF2B5EF4-FFF2-40B4-BE49-F238E27FC236}">
                <a16:creationId xmlns:a16="http://schemas.microsoft.com/office/drawing/2014/main" id="{C5875438-DA09-46D3-BF28-8D5ACB97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열차 선택</a:t>
            </a:r>
          </a:p>
        </p:txBody>
      </p:sp>
      <p:sp>
        <p:nvSpPr>
          <p:cNvPr id="35" name="node-s48">
            <a:extLst xmlns:a="http://schemas.openxmlformats.org/drawingml/2006/main">
              <a:ext uri="{FF2B5EF4-FFF2-40B4-BE49-F238E27FC236}">
                <a16:creationId xmlns:a16="http://schemas.microsoft.com/office/drawing/2014/main" id="{83B4A57D-155E-4A91-ACD1-5D9BDFDF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813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예매 btn</a:t>
            </a:r>
          </a:p>
        </p:txBody>
      </p:sp>
      <p:sp>
        <p:nvSpPr>
          <p:cNvPr id="36" name="node-s49">
            <a:extLst xmlns:a="http://schemas.openxmlformats.org/drawingml/2006/main">
              <a:ext uri="{FF2B5EF4-FFF2-40B4-BE49-F238E27FC236}">
                <a16:creationId xmlns:a16="http://schemas.microsoft.com/office/drawing/2014/main" id="{71198F1A-CEE6-42B8-9687-9E0C5ED3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47857"/>
                </a:solidFill>
              </a:defRPr>
            </a:pPr>
            <a:r>
              <a:rPr sz="1200" b="1">
                <a:solidFill>
                  <a:srgbClr val="047857"/>
                </a:solidFill>
              </a:rPr>
              <a:t>결제하기 btn</a:t>
            </a:r>
          </a:p>
        </p:txBody>
      </p:sp>
      <p:cxnSp>
        <p:nvCxnSpPr>
          <p:cNvPr id="14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305050" y="29718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48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3390900" y="29718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39" name="case-title-3-2">
            <a:extLst xmlns:a="http://schemas.openxmlformats.org/drawingml/2006/main">
              <a:ext uri="{FF2B5EF4-FFF2-40B4-BE49-F238E27FC236}">
                <a16:creationId xmlns:a16="http://schemas.microsoft.com/office/drawing/2014/main" id="{07E0F4F9-1E96-4BB1-BE67-D8C69146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242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A Worst</a:t>
            </a:r>
          </a:p>
        </p:txBody>
      </p:sp>
      <p:sp>
        <p:nvSpPr>
          <p:cNvPr id="40" name="screen-band-3-2-search-154">
            <a:extLst xmlns:a="http://schemas.openxmlformats.org/drawingml/2006/main">
              <a:ext uri="{FF2B5EF4-FFF2-40B4-BE49-F238E27FC236}">
                <a16:creationId xmlns:a16="http://schemas.microsoft.com/office/drawing/2014/main" id="{3686031F-D3C8-483F-BCFB-9BC59BE0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1" name="screen-label-3-2-search-154">
            <a:extLst xmlns:a="http://schemas.openxmlformats.org/drawingml/2006/main">
              <a:ext uri="{FF2B5EF4-FFF2-40B4-BE49-F238E27FC236}">
                <a16:creationId xmlns:a16="http://schemas.microsoft.com/office/drawing/2014/main" id="{C6C52496-1782-4843-9959-F063DA07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4330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42" name="screen-band-3-2-randomPayment-344">
            <a:extLst xmlns:a="http://schemas.openxmlformats.org/drawingml/2006/main">
              <a:ext uri="{FF2B5EF4-FFF2-40B4-BE49-F238E27FC236}">
                <a16:creationId xmlns:a16="http://schemas.microsoft.com/office/drawing/2014/main" id="{41C69DAE-62DA-4C6E-AB42-D63EAEE4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86150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ECDD3"/>
            </a:solidFill>
            <a:prstDash val="solid"/>
          </a:ln>
        </p:spPr>
      </p:sp>
      <p:sp>
        <p:nvSpPr>
          <p:cNvPr id="43" name="screen-label-3-2-randomPayment-344">
            <a:extLst xmlns:a="http://schemas.openxmlformats.org/drawingml/2006/main">
              <a:ext uri="{FF2B5EF4-FFF2-40B4-BE49-F238E27FC236}">
                <a16:creationId xmlns:a16="http://schemas.microsoft.com/office/drawing/2014/main" id="{B2E57CCC-731C-4B7B-9FC8-D90B21C4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433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E123C"/>
                </a:solidFill>
              </a:defRPr>
            </a:pPr>
            <a:r>
              <a:rPr sz="975" b="1">
                <a:solidFill>
                  <a:srgbClr val="BE123C"/>
                </a:solidFill>
              </a:rPr>
              <a:t>랜덤 좌석 결제</a:t>
            </a:r>
          </a:p>
        </p:txBody>
      </p:sp>
      <p:sp>
        <p:nvSpPr>
          <p:cNvPr id="44" name="screen-band-3-2-search-440">
            <a:extLst xmlns:a="http://schemas.openxmlformats.org/drawingml/2006/main">
              <a:ext uri="{FF2B5EF4-FFF2-40B4-BE49-F238E27FC236}">
                <a16:creationId xmlns:a16="http://schemas.microsoft.com/office/drawing/2014/main" id="{57F431EC-52F1-4FAC-A656-05FB0872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861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5" name="screen-label-3-2-search-440">
            <a:extLst xmlns:a="http://schemas.openxmlformats.org/drawingml/2006/main">
              <a:ext uri="{FF2B5EF4-FFF2-40B4-BE49-F238E27FC236}">
                <a16:creationId xmlns:a16="http://schemas.microsoft.com/office/drawing/2014/main" id="{09F5AB0E-1373-43F6-8520-BA3C076E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46" name="screen-band-3-2-seat-570">
            <a:extLst xmlns:a="http://schemas.openxmlformats.org/drawingml/2006/main">
              <a:ext uri="{FF2B5EF4-FFF2-40B4-BE49-F238E27FC236}">
                <a16:creationId xmlns:a16="http://schemas.microsoft.com/office/drawing/2014/main" id="{B8A3300D-19BC-4C76-BF1B-DBD169A9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86150"/>
            <a:ext cx="4648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47" name="screen-label-3-2-seat-570">
            <a:extLst xmlns:a="http://schemas.openxmlformats.org/drawingml/2006/main">
              <a:ext uri="{FF2B5EF4-FFF2-40B4-BE49-F238E27FC236}">
                <a16:creationId xmlns:a16="http://schemas.microsoft.com/office/drawing/2014/main" id="{C35D65B0-E417-4794-85CE-4E567991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4330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좌석 선택</a:t>
            </a:r>
          </a:p>
        </p:txBody>
      </p:sp>
      <p:sp>
        <p:nvSpPr>
          <p:cNvPr id="48" name="screen-band-3-2-search-1046">
            <a:extLst xmlns:a="http://schemas.openxmlformats.org/drawingml/2006/main">
              <a:ext uri="{FF2B5EF4-FFF2-40B4-BE49-F238E27FC236}">
                <a16:creationId xmlns:a16="http://schemas.microsoft.com/office/drawing/2014/main" id="{5927EE9D-C598-4832-8A32-390134E4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86150"/>
            <a:ext cx="1104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9" name="screen-label-3-2-search-1046">
            <a:extLst xmlns:a="http://schemas.openxmlformats.org/drawingml/2006/main">
              <a:ext uri="{FF2B5EF4-FFF2-40B4-BE49-F238E27FC236}">
                <a16:creationId xmlns:a16="http://schemas.microsoft.com/office/drawing/2014/main" id="{A5D68DB7-A70F-4F46-8790-9E20749E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433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50" name="screen-band-3-2-lastPayment-1150">
            <a:extLst xmlns:a="http://schemas.openxmlformats.org/drawingml/2006/main">
              <a:ext uri="{FF2B5EF4-FFF2-40B4-BE49-F238E27FC236}">
                <a16:creationId xmlns:a16="http://schemas.microsoft.com/office/drawing/2014/main" id="{7D3CF34A-4876-4782-8B17-02A9692A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86150"/>
            <a:ext cx="81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51" name="screen-label-3-2-lastPayment-1150">
            <a:extLst xmlns:a="http://schemas.openxmlformats.org/drawingml/2006/main">
              <a:ext uri="{FF2B5EF4-FFF2-40B4-BE49-F238E27FC236}">
                <a16:creationId xmlns:a16="http://schemas.microsoft.com/office/drawing/2014/main" id="{69C77321-E6B2-4597-8452-21578124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5433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2410C"/>
                </a:solidFill>
              </a:defRPr>
            </a:pPr>
            <a:r>
              <a:rPr sz="975" b="1">
                <a:solidFill>
                  <a:srgbClr val="C2410C"/>
                </a:solidFill>
              </a:rPr>
              <a:t>마지막 결제</a:t>
            </a:r>
          </a:p>
        </p:txBody>
      </p:sp>
      <p:sp>
        <p:nvSpPr>
          <p:cNvPr id="52" name="node-s50">
            <a:extLst xmlns:a="http://schemas.openxmlformats.org/drawingml/2006/main">
              <a:ext uri="{FF2B5EF4-FFF2-40B4-BE49-F238E27FC236}">
                <a16:creationId xmlns:a16="http://schemas.microsoft.com/office/drawing/2014/main" id="{2FC2F1D3-1AAE-4D16-AF63-FA02B386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열차 선택</a:t>
            </a:r>
          </a:p>
        </p:txBody>
      </p:sp>
      <p:sp>
        <p:nvSpPr>
          <p:cNvPr id="53" name="node-s51">
            <a:extLst xmlns:a="http://schemas.openxmlformats.org/drawingml/2006/main">
              <a:ext uri="{FF2B5EF4-FFF2-40B4-BE49-F238E27FC236}">
                <a16:creationId xmlns:a16="http://schemas.microsoft.com/office/drawing/2014/main" id="{266F9AF1-3952-42DD-93F2-01D42588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예매 btn</a:t>
            </a:r>
          </a:p>
        </p:txBody>
      </p:sp>
      <p:sp>
        <p:nvSpPr>
          <p:cNvPr id="54" name="node-s52">
            <a:extLst xmlns:a="http://schemas.openxmlformats.org/drawingml/2006/main">
              <a:ext uri="{FF2B5EF4-FFF2-40B4-BE49-F238E27FC236}">
                <a16:creationId xmlns:a16="http://schemas.microsoft.com/office/drawing/2014/main" id="{FDC08676-9DC2-45C8-BF4C-C5235604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909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1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E123C"/>
                </a:solidFill>
              </a:defRPr>
            </a:pPr>
            <a:r>
              <a:rPr sz="1200" b="1">
                <a:solidFill>
                  <a:srgbClr val="BE123C"/>
                </a:solidFill>
              </a:rPr>
              <a:t>뒤로가기</a:t>
            </a:r>
          </a:p>
        </p:txBody>
      </p:sp>
      <p:sp>
        <p:nvSpPr>
          <p:cNvPr id="55" name="node-s53">
            <a:extLst xmlns:a="http://schemas.openxmlformats.org/drawingml/2006/main">
              <a:ext uri="{FF2B5EF4-FFF2-40B4-BE49-F238E27FC236}">
                <a16:creationId xmlns:a16="http://schemas.microsoft.com/office/drawing/2014/main" id="{9341038A-8B0A-467A-9944-3C9EE182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좌석 선택 btn</a:t>
            </a:r>
          </a:p>
        </p:txBody>
      </p:sp>
      <p:sp>
        <p:nvSpPr>
          <p:cNvPr id="56" name="node-s54">
            <a:extLst xmlns:a="http://schemas.openxmlformats.org/drawingml/2006/main">
              <a:ext uri="{FF2B5EF4-FFF2-40B4-BE49-F238E27FC236}">
                <a16:creationId xmlns:a16="http://schemas.microsoft.com/office/drawing/2014/main" id="{27D5D4F9-0844-4F62-BF0E-EDCE253C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86175"/>
            <a:ext cx="1104900" cy="476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창가 찾음?</a:t>
            </a:r>
          </a:p>
        </p:txBody>
      </p:sp>
      <p:sp>
        <p:nvSpPr>
          <p:cNvPr id="57" name="node-s55">
            <a:extLst xmlns:a="http://schemas.openxmlformats.org/drawingml/2006/main">
              <a:ext uri="{FF2B5EF4-FFF2-40B4-BE49-F238E27FC236}">
                <a16:creationId xmlns:a16="http://schemas.microsoft.com/office/drawing/2014/main" id="{50888072-3784-4F41-AB37-CE323A3E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호차 변경</a:t>
            </a:r>
          </a:p>
        </p:txBody>
      </p:sp>
      <p:sp>
        <p:nvSpPr>
          <p:cNvPr id="58" name="node-s56">
            <a:extLst xmlns:a="http://schemas.openxmlformats.org/drawingml/2006/main">
              <a:ext uri="{FF2B5EF4-FFF2-40B4-BE49-F238E27FC236}">
                <a16:creationId xmlns:a16="http://schemas.microsoft.com/office/drawing/2014/main" id="{7E73F6AB-DC4A-48B6-B496-FA9A006C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9095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창가 좌석</a:t>
            </a:r>
          </a:p>
        </p:txBody>
      </p:sp>
      <p:sp>
        <p:nvSpPr>
          <p:cNvPr id="59" name="node-s57">
            <a:extLst xmlns:a="http://schemas.openxmlformats.org/drawingml/2006/main">
              <a:ext uri="{FF2B5EF4-FFF2-40B4-BE49-F238E27FC236}">
                <a16:creationId xmlns:a16="http://schemas.microsoft.com/office/drawing/2014/main" id="{03568833-A357-49B0-A298-F0477447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90950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선택 완료 btn</a:t>
            </a:r>
          </a:p>
        </p:txBody>
      </p:sp>
      <p:sp>
        <p:nvSpPr>
          <p:cNvPr id="60" name="node-s58">
            <a:extLst xmlns:a="http://schemas.openxmlformats.org/drawingml/2006/main">
              <a:ext uri="{FF2B5EF4-FFF2-40B4-BE49-F238E27FC236}">
                <a16:creationId xmlns:a16="http://schemas.microsoft.com/office/drawing/2014/main" id="{5365EBCD-7089-41AD-A57D-E3ADC3E0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9095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예매 btn</a:t>
            </a:r>
          </a:p>
        </p:txBody>
      </p:sp>
      <p:sp>
        <p:nvSpPr>
          <p:cNvPr id="61" name="node-s59">
            <a:extLst xmlns:a="http://schemas.openxmlformats.org/drawingml/2006/main">
              <a:ext uri="{FF2B5EF4-FFF2-40B4-BE49-F238E27FC236}">
                <a16:creationId xmlns:a16="http://schemas.microsoft.com/office/drawing/2014/main" id="{647EBEC2-9017-4D16-B7FF-60D0CFEE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909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241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410C"/>
                </a:solidFill>
              </a:defRPr>
            </a:pPr>
            <a:r>
              <a:rPr sz="1200" b="1">
                <a:solidFill>
                  <a:srgbClr val="C2410C"/>
                </a:solidFill>
              </a:rPr>
              <a:t>결제하기 btn</a:t>
            </a:r>
          </a:p>
        </p:txBody>
      </p:sp>
      <p:cxnSp>
        <p:nvCxnSpPr>
          <p:cNvPr id="172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2305050" y="398145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73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3295650" y="398145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74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4210050" y="398145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75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V="1">
            <a:off x="5448300" y="3924300"/>
            <a:ext cx="7620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76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6629400" y="3924300"/>
            <a:ext cx="7620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77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7696200" y="398145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78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8801100" y="398145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79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9982200" y="398145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80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10972800" y="398145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81" name=""/>
          <p:cNvCxnSpPr>
            <a:stCxn xmlns:a="http://schemas.openxmlformats.org/drawingml/2006/main" id="57" idx="2"/>
            <a:endCxn xmlns:a="http://schemas.openxmlformats.org/drawingml/2006/main" id="56" idx="2"/>
          </p:cNvCxnSpPr>
          <p:nvPr/>
        </p:nvCxnSpPr>
        <p:spPr>
          <a:xfrm xmlns:a="http://schemas.openxmlformats.org/drawingml/2006/main" flipH="1" flipV="1">
            <a:off x="6076950" y="4162425"/>
            <a:ext cx="1123950" cy="9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72" name="case-title-3-3">
            <a:extLst xmlns:a="http://schemas.openxmlformats.org/drawingml/2006/main">
              <a:ext uri="{FF2B5EF4-FFF2-40B4-BE49-F238E27FC236}">
                <a16:creationId xmlns:a16="http://schemas.microsoft.com/office/drawing/2014/main" id="{A29E6888-AC34-4AE9-BB4E-B7A36B62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338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803D"/>
                </a:solidFill>
              </a:defRPr>
            </a:pPr>
            <a:r>
              <a:rPr sz="1350" b="1">
                <a:solidFill>
                  <a:srgbClr val="15803D"/>
                </a:solidFill>
              </a:rPr>
              <a:t>B Best</a:t>
            </a:r>
          </a:p>
        </p:txBody>
      </p:sp>
      <p:sp>
        <p:nvSpPr>
          <p:cNvPr id="73" name="screen-band-3-3-search-154">
            <a:extLst xmlns:a="http://schemas.openxmlformats.org/drawingml/2006/main">
              <a:ext uri="{FF2B5EF4-FFF2-40B4-BE49-F238E27FC236}">
                <a16:creationId xmlns:a16="http://schemas.microsoft.com/office/drawing/2014/main" id="{45E34438-6B23-4A5F-927C-A1754767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4" name="screen-label-3-3-search-154">
            <a:extLst xmlns:a="http://schemas.openxmlformats.org/drawingml/2006/main">
              <a:ext uri="{FF2B5EF4-FFF2-40B4-BE49-F238E27FC236}">
                <a16:creationId xmlns:a16="http://schemas.microsoft.com/office/drawing/2014/main" id="{06D53C6D-577A-4101-B58E-483C7907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529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75" name="screen-band-3-3-status-250">
            <a:extLst xmlns:a="http://schemas.openxmlformats.org/drawingml/2006/main">
              <a:ext uri="{FF2B5EF4-FFF2-40B4-BE49-F238E27FC236}">
                <a16:creationId xmlns:a16="http://schemas.microsoft.com/office/drawing/2014/main" id="{4894206A-05C0-4FAE-A952-10D26936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102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76" name="screen-label-3-3-status-250">
            <a:extLst xmlns:a="http://schemas.openxmlformats.org/drawingml/2006/main">
              <a:ext uri="{FF2B5EF4-FFF2-40B4-BE49-F238E27FC236}">
                <a16:creationId xmlns:a16="http://schemas.microsoft.com/office/drawing/2014/main" id="{DBB4AE67-7682-47EC-8B0A-0229466A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529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전호차 현황</a:t>
            </a:r>
          </a:p>
        </p:txBody>
      </p:sp>
      <p:sp>
        <p:nvSpPr>
          <p:cNvPr id="77" name="screen-band-3-3-seat-356">
            <a:extLst xmlns:a="http://schemas.openxmlformats.org/drawingml/2006/main">
              <a:ext uri="{FF2B5EF4-FFF2-40B4-BE49-F238E27FC236}">
                <a16:creationId xmlns:a16="http://schemas.microsoft.com/office/drawing/2014/main" id="{FD174ED8-9507-405F-A349-CAF1EC47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95800"/>
            <a:ext cx="253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78" name="screen-label-3-3-seat-356">
            <a:extLst xmlns:a="http://schemas.openxmlformats.org/drawingml/2006/main">
              <a:ext uri="{FF2B5EF4-FFF2-40B4-BE49-F238E27FC236}">
                <a16:creationId xmlns:a16="http://schemas.microsoft.com/office/drawing/2014/main" id="{8DD7F656-6812-48FA-938A-693EE64C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529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좌석 선택</a:t>
            </a:r>
          </a:p>
        </p:txBody>
      </p:sp>
      <p:sp>
        <p:nvSpPr>
          <p:cNvPr id="79" name="screen-band-3-3-payment-620">
            <a:extLst xmlns:a="http://schemas.openxmlformats.org/drawingml/2006/main">
              <a:ext uri="{FF2B5EF4-FFF2-40B4-BE49-F238E27FC236}">
                <a16:creationId xmlns:a16="http://schemas.microsoft.com/office/drawing/2014/main" id="{777A0389-BE13-4D3C-A4C8-6AB5D311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80" name="screen-label-3-3-payment-620">
            <a:extLst xmlns:a="http://schemas.openxmlformats.org/drawingml/2006/main">
              <a:ext uri="{FF2B5EF4-FFF2-40B4-BE49-F238E27FC236}">
                <a16:creationId xmlns:a16="http://schemas.microsoft.com/office/drawing/2014/main" id="{251C6F0A-1CE1-4E15-B6A2-DA387572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529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결제 안내</a:t>
            </a:r>
          </a:p>
        </p:txBody>
      </p:sp>
      <p:sp>
        <p:nvSpPr>
          <p:cNvPr id="81" name="node-s60">
            <a:extLst xmlns:a="http://schemas.openxmlformats.org/drawingml/2006/main">
              <a:ext uri="{FF2B5EF4-FFF2-40B4-BE49-F238E27FC236}">
                <a16:creationId xmlns:a16="http://schemas.microsoft.com/office/drawing/2014/main" id="{21752CBA-2745-40A3-8E21-FEF7B70B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열차 선택</a:t>
            </a:r>
          </a:p>
        </p:txBody>
      </p:sp>
      <p:sp>
        <p:nvSpPr>
          <p:cNvPr id="82" name="node-s61">
            <a:extLst xmlns:a="http://schemas.openxmlformats.org/drawingml/2006/main">
              <a:ext uri="{FF2B5EF4-FFF2-40B4-BE49-F238E27FC236}">
                <a16:creationId xmlns:a16="http://schemas.microsoft.com/office/drawing/2014/main" id="{8E40FE8F-D08C-419D-9F79-6344598B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창가 호차</a:t>
            </a:r>
          </a:p>
        </p:txBody>
      </p:sp>
      <p:sp>
        <p:nvSpPr>
          <p:cNvPr id="83" name="node-s62">
            <a:extLst xmlns:a="http://schemas.openxmlformats.org/drawingml/2006/main">
              <a:ext uri="{FF2B5EF4-FFF2-40B4-BE49-F238E27FC236}">
                <a16:creationId xmlns:a16="http://schemas.microsoft.com/office/drawing/2014/main" id="{C7A4717B-92B4-41DF-86D3-37369187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창가 좌석</a:t>
            </a:r>
          </a:p>
        </p:txBody>
      </p:sp>
      <p:sp>
        <p:nvSpPr>
          <p:cNvPr id="84" name="node-s63">
            <a:extLst xmlns:a="http://schemas.openxmlformats.org/drawingml/2006/main">
              <a:ext uri="{FF2B5EF4-FFF2-40B4-BE49-F238E27FC236}">
                <a16:creationId xmlns:a16="http://schemas.microsoft.com/office/drawing/2014/main" id="{22CB0AFD-5368-4D6E-B5D4-108DAA56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006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결제하기 btn</a:t>
            </a:r>
          </a:p>
        </p:txBody>
      </p:sp>
      <p:sp>
        <p:nvSpPr>
          <p:cNvPr id="85" name="node-s64">
            <a:extLst xmlns:a="http://schemas.openxmlformats.org/drawingml/2006/main">
              <a:ext uri="{FF2B5EF4-FFF2-40B4-BE49-F238E27FC236}">
                <a16:creationId xmlns:a16="http://schemas.microsoft.com/office/drawing/2014/main" id="{CFD24368-065F-4710-A60C-49724169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0060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결제하기 btn</a:t>
            </a:r>
          </a:p>
        </p:txBody>
      </p:sp>
      <p:cxnSp>
        <p:nvCxnSpPr>
          <p:cNvPr id="196" name="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2305050" y="49911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97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3314700" y="49911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98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4514850" y="49911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199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5829300" y="49911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90" name="case-title-3-4">
            <a:extLst xmlns:a="http://schemas.openxmlformats.org/drawingml/2006/main">
              <a:ext uri="{FF2B5EF4-FFF2-40B4-BE49-F238E27FC236}">
                <a16:creationId xmlns:a16="http://schemas.microsoft.com/office/drawing/2014/main" id="{C31B5F4D-C875-4D61-9A3A-503FF49E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435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B Worst</a:t>
            </a:r>
          </a:p>
        </p:txBody>
      </p:sp>
      <p:sp>
        <p:nvSpPr>
          <p:cNvPr id="91" name="screen-band-3-4-search-154">
            <a:extLst xmlns:a="http://schemas.openxmlformats.org/drawingml/2006/main">
              <a:ext uri="{FF2B5EF4-FFF2-40B4-BE49-F238E27FC236}">
                <a16:creationId xmlns:a16="http://schemas.microsoft.com/office/drawing/2014/main" id="{102DD73D-E1F6-4AD1-8C4B-83151B95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054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2" name="screen-label-3-4-search-154">
            <a:extLst xmlns:a="http://schemas.openxmlformats.org/drawingml/2006/main">
              <a:ext uri="{FF2B5EF4-FFF2-40B4-BE49-F238E27FC236}">
                <a16:creationId xmlns:a16="http://schemas.microsoft.com/office/drawing/2014/main" id="{F51F7F83-FDC7-484B-A0D6-69DE9E1C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626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D4ED8"/>
                </a:solidFill>
              </a:defRPr>
            </a:pPr>
            <a:r>
              <a:rPr sz="975" b="1">
                <a:solidFill>
                  <a:srgbClr val="1D4ED8"/>
                </a:solidFill>
              </a:rPr>
              <a:t>열차 조회</a:t>
            </a:r>
          </a:p>
        </p:txBody>
      </p:sp>
      <p:sp>
        <p:nvSpPr>
          <p:cNvPr id="93" name="screen-band-3-4-status-250">
            <a:extLst xmlns:a="http://schemas.openxmlformats.org/drawingml/2006/main">
              <a:ext uri="{FF2B5EF4-FFF2-40B4-BE49-F238E27FC236}">
                <a16:creationId xmlns:a16="http://schemas.microsoft.com/office/drawing/2014/main" id="{9E19BF4A-B4F3-44D3-BD62-2DFFE028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1104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94" name="screen-label-3-4-status-250">
            <a:extLst xmlns:a="http://schemas.openxmlformats.org/drawingml/2006/main">
              <a:ext uri="{FF2B5EF4-FFF2-40B4-BE49-F238E27FC236}">
                <a16:creationId xmlns:a16="http://schemas.microsoft.com/office/drawing/2014/main" id="{185689F3-0F5E-412C-82EF-92E89CEA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626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전호차 현황</a:t>
            </a:r>
          </a:p>
        </p:txBody>
      </p:sp>
      <p:sp>
        <p:nvSpPr>
          <p:cNvPr id="95" name="screen-band-3-4-seat-364">
            <a:extLst xmlns:a="http://schemas.openxmlformats.org/drawingml/2006/main">
              <a:ext uri="{FF2B5EF4-FFF2-40B4-BE49-F238E27FC236}">
                <a16:creationId xmlns:a16="http://schemas.microsoft.com/office/drawing/2014/main" id="{8AF3742F-4A86-4B19-990E-E4020CB9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50545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96" name="screen-label-3-4-seat-364">
            <a:extLst xmlns:a="http://schemas.openxmlformats.org/drawingml/2006/main">
              <a:ext uri="{FF2B5EF4-FFF2-40B4-BE49-F238E27FC236}">
                <a16:creationId xmlns:a16="http://schemas.microsoft.com/office/drawing/2014/main" id="{1972A5C4-3420-4104-BAB9-962D9865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62600"/>
            <a:ext cx="354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좌석 선택</a:t>
            </a:r>
          </a:p>
        </p:txBody>
      </p:sp>
      <p:sp>
        <p:nvSpPr>
          <p:cNvPr id="97" name="screen-band-3-4-payment-750">
            <a:extLst xmlns:a="http://schemas.openxmlformats.org/drawingml/2006/main">
              <a:ext uri="{FF2B5EF4-FFF2-40B4-BE49-F238E27FC236}">
                <a16:creationId xmlns:a16="http://schemas.microsoft.com/office/drawing/2014/main" id="{3E17C38E-13B3-4244-BC1C-4A1B70AE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0545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98" name="screen-label-3-4-payment-750">
            <a:extLst xmlns:a="http://schemas.openxmlformats.org/drawingml/2006/main">
              <a:ext uri="{FF2B5EF4-FFF2-40B4-BE49-F238E27FC236}">
                <a16:creationId xmlns:a16="http://schemas.microsoft.com/office/drawing/2014/main" id="{9DC60634-FFF2-4F2B-B24E-7B6289B0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5626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결제 안내</a:t>
            </a:r>
          </a:p>
        </p:txBody>
      </p:sp>
      <p:sp>
        <p:nvSpPr>
          <p:cNvPr id="99" name="node-s65">
            <a:extLst xmlns:a="http://schemas.openxmlformats.org/drawingml/2006/main">
              <a:ext uri="{FF2B5EF4-FFF2-40B4-BE49-F238E27FC236}">
                <a16:creationId xmlns:a16="http://schemas.microsoft.com/office/drawing/2014/main" id="{50798C7A-C959-4A38-AB8B-C029838F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102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</a:defRPr>
            </a:pPr>
            <a:r>
              <a:rPr sz="1200" b="1">
                <a:solidFill>
                  <a:srgbClr val="1D4ED8"/>
                </a:solidFill>
              </a:rPr>
              <a:t>열차 선택</a:t>
            </a:r>
          </a:p>
        </p:txBody>
      </p:sp>
      <p:sp>
        <p:nvSpPr>
          <p:cNvPr id="100" name="node-s66">
            <a:extLst xmlns:a="http://schemas.openxmlformats.org/drawingml/2006/main">
              <a:ext uri="{FF2B5EF4-FFF2-40B4-BE49-F238E27FC236}">
                <a16:creationId xmlns:a16="http://schemas.microsoft.com/office/drawing/2014/main" id="{0489C9D2-FF2A-4992-9FB3-4613CDEE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1025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창가X 호차</a:t>
            </a:r>
          </a:p>
        </p:txBody>
      </p:sp>
      <p:sp>
        <p:nvSpPr>
          <p:cNvPr id="101" name="node-s67">
            <a:extLst xmlns:a="http://schemas.openxmlformats.org/drawingml/2006/main">
              <a:ext uri="{FF2B5EF4-FFF2-40B4-BE49-F238E27FC236}">
                <a16:creationId xmlns:a16="http://schemas.microsoft.com/office/drawing/2014/main" id="{658321F1-01A2-4D39-BE44-7D9AC6EE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810250"/>
            <a:ext cx="990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호차 변경</a:t>
            </a:r>
          </a:p>
        </p:txBody>
      </p:sp>
      <p:sp>
        <p:nvSpPr>
          <p:cNvPr id="102" name="node-s68">
            <a:extLst xmlns:a="http://schemas.openxmlformats.org/drawingml/2006/main">
              <a:ext uri="{FF2B5EF4-FFF2-40B4-BE49-F238E27FC236}">
                <a16:creationId xmlns:a16="http://schemas.microsoft.com/office/drawing/2014/main" id="{FD2E7EF1-CE23-428D-8CBF-4BCB8360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81025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창가 좌석</a:t>
            </a:r>
          </a:p>
        </p:txBody>
      </p:sp>
      <p:sp>
        <p:nvSpPr>
          <p:cNvPr id="103" name="node-s69">
            <a:extLst xmlns:a="http://schemas.openxmlformats.org/drawingml/2006/main">
              <a:ext uri="{FF2B5EF4-FFF2-40B4-BE49-F238E27FC236}">
                <a16:creationId xmlns:a16="http://schemas.microsoft.com/office/drawing/2014/main" id="{B34AFCA8-FCCA-4561-B231-4AC3D3E2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8102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결제하기 btn</a:t>
            </a:r>
          </a:p>
        </p:txBody>
      </p:sp>
      <p:sp>
        <p:nvSpPr>
          <p:cNvPr id="104" name="node-s70">
            <a:extLst xmlns:a="http://schemas.openxmlformats.org/drawingml/2006/main">
              <a:ext uri="{FF2B5EF4-FFF2-40B4-BE49-F238E27FC236}">
                <a16:creationId xmlns:a16="http://schemas.microsoft.com/office/drawing/2014/main" id="{B172F66C-92F2-47D0-AEAB-977E116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102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결제하기 btn</a:t>
            </a:r>
          </a:p>
        </p:txBody>
      </p:sp>
      <p:cxnSp>
        <p:nvCxnSpPr>
          <p:cNvPr id="215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2305050" y="6000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16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3390900" y="6000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17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4552950" y="6000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18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5753100" y="6000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19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7067550" y="6000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110" name="page-3">
            <a:extLst xmlns:a="http://schemas.openxmlformats.org/drawingml/2006/main">
              <a:ext uri="{FF2B5EF4-FFF2-40B4-BE49-F238E27FC236}">
                <a16:creationId xmlns:a16="http://schemas.microsoft.com/office/drawing/2014/main" id="{C0EA90D7-1762-43ED-A042-904D0F18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3 page / 3 pages</a:t>
            </a:r>
          </a:p>
        </p:txBody>
      </p:sp>
    </p:spTree>
    <p:extLst>
      <p:ext uri="{BB962C8B-B14F-4D97-AF65-F5344CB8AC3E}">
        <p14:creationId xmlns:p14="http://schemas.microsoft.com/office/powerpoint/2010/main" val="409437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2026-06-26T00:34:54.4990000Z</dcterms:created>
  <dcterms:modified xsi:type="dcterms:W3CDTF">2026-06-26T00:34:54.4990000Z</dcterms:modified>
</coreProperties>
</file>