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deck-kicker">
            <a:extLst>
              <a:ext uri="{FF2B5EF4-FFF2-40B4-BE49-F238E27FC236}">
                <a16:creationId xmlns:a16="http://schemas.microsoft.com/office/drawing/2014/main" id="{F907C2D8-134C-4C86-97C2-245C81F7BD7C}"/>
              </a:ext>
            </a:extLst>
          </p:cNvPr>
          <p:cNvSpPr>
            <a:spLocks noGrp="1"/>
          </p:cNvSpPr>
          <p:nvPr/>
        </p:nvSpPr>
        <p:spPr>
          <a:xfrm>
            <a:off x="495300" y="2476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KORAIL USABILITY STUDY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96C47CB0-C0E1-4121-8103-F2A71F22D794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704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rPr lang="en-US" sz="3000" b="1" dirty="0">
                <a:solidFill>
                  <a:srgbClr val="0F172A"/>
                </a:solidFill>
              </a:rPr>
              <a:t>Participants </a:t>
            </a:r>
            <a:r>
              <a:rPr sz="3000" b="1" dirty="0">
                <a:solidFill>
                  <a:srgbClr val="0F172A"/>
                </a:solidFill>
              </a:rPr>
              <a:t>Card Sort</a:t>
            </a:r>
          </a:p>
        </p:txBody>
      </p:sp>
      <p:sp>
        <p:nvSpPr>
          <p:cNvPr id="13" name="unexpected-card">
            <a:extLst>
              <a:ext uri="{FF2B5EF4-FFF2-40B4-BE49-F238E27FC236}">
                <a16:creationId xmlns:a16="http://schemas.microsoft.com/office/drawing/2014/main" id="{76AEF778-6752-4B7D-BAED-0EE468B2D604}"/>
              </a:ext>
            </a:extLst>
          </p:cNvPr>
          <p:cNvSpPr>
            <a:spLocks noGrp="1"/>
          </p:cNvSpPr>
          <p:nvPr/>
        </p:nvSpPr>
        <p:spPr>
          <a:xfrm>
            <a:off x="476250" y="1314450"/>
            <a:ext cx="3486150" cy="16954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4" name="unexpected-accent">
            <a:extLst>
              <a:ext uri="{FF2B5EF4-FFF2-40B4-BE49-F238E27FC236}">
                <a16:creationId xmlns:a16="http://schemas.microsoft.com/office/drawing/2014/main" id="{34378CFF-9572-4420-BF06-9620C6756E7F}"/>
              </a:ext>
            </a:extLst>
          </p:cNvPr>
          <p:cNvSpPr>
            <a:spLocks noGrp="1"/>
          </p:cNvSpPr>
          <p:nvPr/>
        </p:nvSpPr>
        <p:spPr>
          <a:xfrm>
            <a:off x="609600" y="1447800"/>
            <a:ext cx="76200" cy="14287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unexpected-title">
            <a:extLst>
              <a:ext uri="{FF2B5EF4-FFF2-40B4-BE49-F238E27FC236}">
                <a16:creationId xmlns:a16="http://schemas.microsoft.com/office/drawing/2014/main" id="{ACD7A63E-7EE2-4D2A-85AD-F2D6CE94CC9A}"/>
              </a:ext>
            </a:extLst>
          </p:cNvPr>
          <p:cNvSpPr>
            <a:spLocks noGrp="1"/>
          </p:cNvSpPr>
          <p:nvPr/>
        </p:nvSpPr>
        <p:spPr>
          <a:xfrm>
            <a:off x="800100" y="1457325"/>
            <a:ext cx="2990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0F172A"/>
                </a:solidFill>
              </a:defRPr>
            </a:pPr>
            <a:r>
              <a:rPr sz="1575" b="1" dirty="0">
                <a:solidFill>
                  <a:srgbClr val="0F172A"/>
                </a:solidFill>
              </a:rPr>
              <a:t>Unexpected Results</a:t>
            </a:r>
          </a:p>
        </p:txBody>
      </p:sp>
      <p:sp>
        <p:nvSpPr>
          <p:cNvPr id="16" name="unexpected-tint">
            <a:extLst>
              <a:ext uri="{FF2B5EF4-FFF2-40B4-BE49-F238E27FC236}">
                <a16:creationId xmlns:a16="http://schemas.microsoft.com/office/drawing/2014/main" id="{3E4AB2E0-6BCF-4E27-ABCC-5DC923BAF201}"/>
              </a:ext>
            </a:extLst>
          </p:cNvPr>
          <p:cNvSpPr>
            <a:spLocks noGrp="1"/>
          </p:cNvSpPr>
          <p:nvPr/>
        </p:nvSpPr>
        <p:spPr>
          <a:xfrm>
            <a:off x="3429000" y="1457325"/>
            <a:ext cx="323850" cy="1143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chip-P31-84-190">
            <a:extLst>
              <a:ext uri="{FF2B5EF4-FFF2-40B4-BE49-F238E27FC236}">
                <a16:creationId xmlns:a16="http://schemas.microsoft.com/office/drawing/2014/main" id="{22EB657C-D290-47EC-9A88-D028D4B1CAAF}"/>
              </a:ext>
            </a:extLst>
          </p:cNvPr>
          <p:cNvSpPr>
            <a:spLocks noGrp="1"/>
          </p:cNvSpPr>
          <p:nvPr/>
        </p:nvSpPr>
        <p:spPr>
          <a:xfrm>
            <a:off x="800100" y="2028825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9525">
            <a:solidFill>
              <a:srgbClr val="93C5F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8" name="chip-label-P31-84-190">
            <a:extLst>
              <a:ext uri="{FF2B5EF4-FFF2-40B4-BE49-F238E27FC236}">
                <a16:creationId xmlns:a16="http://schemas.microsoft.com/office/drawing/2014/main" id="{32281C47-ABB9-4B39-B631-D9B69B16490E}"/>
              </a:ext>
            </a:extLst>
          </p:cNvPr>
          <p:cNvSpPr>
            <a:spLocks noGrp="1"/>
          </p:cNvSpPr>
          <p:nvPr/>
        </p:nvSpPr>
        <p:spPr>
          <a:xfrm>
            <a:off x="800100" y="20478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rPr sz="1200" b="1" dirty="0">
                <a:solidFill>
                  <a:srgbClr val="1E3A8A"/>
                </a:solidFill>
              </a:rPr>
              <a:t>P31</a:t>
            </a:r>
          </a:p>
        </p:txBody>
      </p:sp>
      <p:sp>
        <p:nvSpPr>
          <p:cNvPr id="19" name="chip-P14-142-190">
            <a:extLst>
              <a:ext uri="{FF2B5EF4-FFF2-40B4-BE49-F238E27FC236}">
                <a16:creationId xmlns:a16="http://schemas.microsoft.com/office/drawing/2014/main" id="{C647BBB1-7201-40E7-903C-536BDB1CBAEC}"/>
              </a:ext>
            </a:extLst>
          </p:cNvPr>
          <p:cNvSpPr>
            <a:spLocks noGrp="1"/>
          </p:cNvSpPr>
          <p:nvPr/>
        </p:nvSpPr>
        <p:spPr>
          <a:xfrm>
            <a:off x="1352550" y="2028825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9525">
            <a:solidFill>
              <a:srgbClr val="93C5F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20" name="chip-label-P14-142-190">
            <a:extLst>
              <a:ext uri="{FF2B5EF4-FFF2-40B4-BE49-F238E27FC236}">
                <a16:creationId xmlns:a16="http://schemas.microsoft.com/office/drawing/2014/main" id="{443C53C5-02AC-46BB-A40B-F2D7C0DD3D44}"/>
              </a:ext>
            </a:extLst>
          </p:cNvPr>
          <p:cNvSpPr>
            <a:spLocks noGrp="1"/>
          </p:cNvSpPr>
          <p:nvPr/>
        </p:nvSpPr>
        <p:spPr>
          <a:xfrm>
            <a:off x="1352550" y="20478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rPr sz="1200" b="1">
                <a:solidFill>
                  <a:srgbClr val="1E3A8A"/>
                </a:solidFill>
              </a:rPr>
              <a:t>P14</a:t>
            </a:r>
          </a:p>
        </p:txBody>
      </p:sp>
      <p:sp>
        <p:nvSpPr>
          <p:cNvPr id="21" name="chip-P30-200-190">
            <a:extLst>
              <a:ext uri="{FF2B5EF4-FFF2-40B4-BE49-F238E27FC236}">
                <a16:creationId xmlns:a16="http://schemas.microsoft.com/office/drawing/2014/main" id="{262D67AF-F05D-4F85-9E68-ECF4B6845E79}"/>
              </a:ext>
            </a:extLst>
          </p:cNvPr>
          <p:cNvSpPr>
            <a:spLocks noGrp="1"/>
          </p:cNvSpPr>
          <p:nvPr/>
        </p:nvSpPr>
        <p:spPr>
          <a:xfrm>
            <a:off x="1905000" y="2028825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9525">
            <a:solidFill>
              <a:srgbClr val="93C5F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22" name="chip-label-P30-200-190">
            <a:extLst>
              <a:ext uri="{FF2B5EF4-FFF2-40B4-BE49-F238E27FC236}">
                <a16:creationId xmlns:a16="http://schemas.microsoft.com/office/drawing/2014/main" id="{A8F11131-10A4-49E0-B02B-30FEF50C8333}"/>
              </a:ext>
            </a:extLst>
          </p:cNvPr>
          <p:cNvSpPr>
            <a:spLocks noGrp="1"/>
          </p:cNvSpPr>
          <p:nvPr/>
        </p:nvSpPr>
        <p:spPr>
          <a:xfrm>
            <a:off x="1905000" y="20478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rPr sz="1200" b="1" dirty="0">
                <a:solidFill>
                  <a:srgbClr val="1E3A8A"/>
                </a:solidFill>
              </a:rPr>
              <a:t>P30</a:t>
            </a:r>
          </a:p>
        </p:txBody>
      </p:sp>
      <p:sp>
        <p:nvSpPr>
          <p:cNvPr id="23" name="unexpected-note-1">
            <a:extLst>
              <a:ext uri="{FF2B5EF4-FFF2-40B4-BE49-F238E27FC236}">
                <a16:creationId xmlns:a16="http://schemas.microsoft.com/office/drawing/2014/main" id="{8D726693-7837-4FB7-A787-6D1E98E92CE3}"/>
              </a:ext>
            </a:extLst>
          </p:cNvPr>
          <p:cNvSpPr>
            <a:spLocks noGrp="1"/>
          </p:cNvSpPr>
          <p:nvPr/>
        </p:nvSpPr>
        <p:spPr>
          <a:xfrm>
            <a:off x="800100" y="1774103"/>
            <a:ext cx="2762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rPr sz="1200" dirty="0">
                <a:solidFill>
                  <a:srgbClr val="334155"/>
                </a:solidFill>
              </a:rPr>
              <a:t>Preferred A and were faster with A</a:t>
            </a:r>
          </a:p>
        </p:txBody>
      </p:sp>
      <p:sp>
        <p:nvSpPr>
          <p:cNvPr id="24" name="chip-P27-84-256">
            <a:extLst>
              <a:ext uri="{FF2B5EF4-FFF2-40B4-BE49-F238E27FC236}">
                <a16:creationId xmlns:a16="http://schemas.microsoft.com/office/drawing/2014/main" id="{C8F4AEB4-2FBE-4FB2-B384-705C617004D3}"/>
              </a:ext>
            </a:extLst>
          </p:cNvPr>
          <p:cNvSpPr>
            <a:spLocks noGrp="1"/>
          </p:cNvSpPr>
          <p:nvPr/>
        </p:nvSpPr>
        <p:spPr>
          <a:xfrm>
            <a:off x="800100" y="2604943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9525">
            <a:solidFill>
              <a:srgbClr val="93C5F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25" name="chip-label-P27-84-256">
            <a:extLst>
              <a:ext uri="{FF2B5EF4-FFF2-40B4-BE49-F238E27FC236}">
                <a16:creationId xmlns:a16="http://schemas.microsoft.com/office/drawing/2014/main" id="{B01A5A66-CDA3-4994-9EE0-FBAD2E523699}"/>
              </a:ext>
            </a:extLst>
          </p:cNvPr>
          <p:cNvSpPr>
            <a:spLocks noGrp="1"/>
          </p:cNvSpPr>
          <p:nvPr/>
        </p:nvSpPr>
        <p:spPr>
          <a:xfrm>
            <a:off x="800100" y="2623993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rPr sz="1200" b="1">
                <a:solidFill>
                  <a:srgbClr val="1E3A8A"/>
                </a:solidFill>
              </a:rPr>
              <a:t>P27</a:t>
            </a:r>
          </a:p>
        </p:txBody>
      </p:sp>
      <p:sp>
        <p:nvSpPr>
          <p:cNvPr id="26" name="unexpected-note-2">
            <a:extLst>
              <a:ext uri="{FF2B5EF4-FFF2-40B4-BE49-F238E27FC236}">
                <a16:creationId xmlns:a16="http://schemas.microsoft.com/office/drawing/2014/main" id="{CA67BB58-9BDD-46D5-8E85-EE04A1A6D1C8}"/>
              </a:ext>
            </a:extLst>
          </p:cNvPr>
          <p:cNvSpPr>
            <a:spLocks noGrp="1"/>
          </p:cNvSpPr>
          <p:nvPr/>
        </p:nvSpPr>
        <p:spPr>
          <a:xfrm>
            <a:off x="800100" y="2338244"/>
            <a:ext cx="2314575" cy="2381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334155"/>
                </a:solidFill>
              </a:defRPr>
            </a:pPr>
            <a:r>
              <a:rPr sz="1200" dirty="0">
                <a:solidFill>
                  <a:srgbClr val="334155"/>
                </a:solidFill>
              </a:rPr>
              <a:t>Preferred A, but was faster with B</a:t>
            </a:r>
          </a:p>
        </p:txBody>
      </p:sp>
      <p:sp>
        <p:nvSpPr>
          <p:cNvPr id="27" name="friction-card">
            <a:extLst>
              <a:ext uri="{FF2B5EF4-FFF2-40B4-BE49-F238E27FC236}">
                <a16:creationId xmlns:a16="http://schemas.microsoft.com/office/drawing/2014/main" id="{717EF22D-C50E-4FF7-B46A-569107B2184B}"/>
              </a:ext>
            </a:extLst>
          </p:cNvPr>
          <p:cNvSpPr>
            <a:spLocks noGrp="1"/>
          </p:cNvSpPr>
          <p:nvPr/>
        </p:nvSpPr>
        <p:spPr>
          <a:xfrm>
            <a:off x="4352925" y="1314450"/>
            <a:ext cx="3486150" cy="16954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 dirty="0"/>
          </a:p>
        </p:txBody>
      </p:sp>
      <p:sp>
        <p:nvSpPr>
          <p:cNvPr id="28" name="friction-accent">
            <a:extLst>
              <a:ext uri="{FF2B5EF4-FFF2-40B4-BE49-F238E27FC236}">
                <a16:creationId xmlns:a16="http://schemas.microsoft.com/office/drawing/2014/main" id="{B035E97B-2F39-4222-B734-E2BDE9F37907}"/>
              </a:ext>
            </a:extLst>
          </p:cNvPr>
          <p:cNvSpPr>
            <a:spLocks noGrp="1"/>
          </p:cNvSpPr>
          <p:nvPr/>
        </p:nvSpPr>
        <p:spPr>
          <a:xfrm>
            <a:off x="4486275" y="1447800"/>
            <a:ext cx="76200" cy="14287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friction-title">
            <a:extLst>
              <a:ext uri="{FF2B5EF4-FFF2-40B4-BE49-F238E27FC236}">
                <a16:creationId xmlns:a16="http://schemas.microsoft.com/office/drawing/2014/main" id="{EA56C8D1-0048-415F-BB89-C6917966BFFB}"/>
              </a:ext>
            </a:extLst>
          </p:cNvPr>
          <p:cNvSpPr>
            <a:spLocks noGrp="1"/>
          </p:cNvSpPr>
          <p:nvPr/>
        </p:nvSpPr>
        <p:spPr>
          <a:xfrm>
            <a:off x="4676775" y="1457325"/>
            <a:ext cx="2990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High Interaction Friction</a:t>
            </a:r>
          </a:p>
        </p:txBody>
      </p:sp>
      <p:sp>
        <p:nvSpPr>
          <p:cNvPr id="30" name="friction-tint">
            <a:extLst>
              <a:ext uri="{FF2B5EF4-FFF2-40B4-BE49-F238E27FC236}">
                <a16:creationId xmlns:a16="http://schemas.microsoft.com/office/drawing/2014/main" id="{8BDDB7C7-6D23-40AE-A6A8-6B81121CA164}"/>
              </a:ext>
            </a:extLst>
          </p:cNvPr>
          <p:cNvSpPr>
            <a:spLocks noGrp="1"/>
          </p:cNvSpPr>
          <p:nvPr/>
        </p:nvSpPr>
        <p:spPr>
          <a:xfrm>
            <a:off x="7305675" y="1457325"/>
            <a:ext cx="323850" cy="1143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label-High Click-491-188">
            <a:extLst>
              <a:ext uri="{FF2B5EF4-FFF2-40B4-BE49-F238E27FC236}">
                <a16:creationId xmlns:a16="http://schemas.microsoft.com/office/drawing/2014/main" id="{07B689D8-D574-4480-A766-C6DB54B62A42}"/>
              </a:ext>
            </a:extLst>
          </p:cNvPr>
          <p:cNvSpPr>
            <a:spLocks noGrp="1"/>
          </p:cNvSpPr>
          <p:nvPr/>
        </p:nvSpPr>
        <p:spPr>
          <a:xfrm>
            <a:off x="4676775" y="179070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92400E"/>
                </a:solidFill>
              </a:defRPr>
            </a:pPr>
            <a:r>
              <a:rPr sz="1200" dirty="0">
                <a:solidFill>
                  <a:srgbClr val="92400E"/>
                </a:solidFill>
                <a:latin typeface="+mn-ea"/>
              </a:rPr>
              <a:t>High Click</a:t>
            </a:r>
          </a:p>
        </p:txBody>
      </p:sp>
      <p:sp>
        <p:nvSpPr>
          <p:cNvPr id="32" name="chip-P25-491-213">
            <a:extLst>
              <a:ext uri="{FF2B5EF4-FFF2-40B4-BE49-F238E27FC236}">
                <a16:creationId xmlns:a16="http://schemas.microsoft.com/office/drawing/2014/main" id="{E3E5F058-6303-4E48-BE3F-4900C6A689C5}"/>
              </a:ext>
            </a:extLst>
          </p:cNvPr>
          <p:cNvSpPr>
            <a:spLocks noGrp="1"/>
          </p:cNvSpPr>
          <p:nvPr/>
        </p:nvSpPr>
        <p:spPr>
          <a:xfrm>
            <a:off x="4676775" y="2028825"/>
            <a:ext cx="466725" cy="238125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9525">
            <a:solidFill>
              <a:srgbClr val="FCD34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33" name="chip-label-P25-491-213">
            <a:extLst>
              <a:ext uri="{FF2B5EF4-FFF2-40B4-BE49-F238E27FC236}">
                <a16:creationId xmlns:a16="http://schemas.microsoft.com/office/drawing/2014/main" id="{2007F216-AAD3-4FDA-BB80-8AF3103E4548}"/>
              </a:ext>
            </a:extLst>
          </p:cNvPr>
          <p:cNvSpPr>
            <a:spLocks noGrp="1"/>
          </p:cNvSpPr>
          <p:nvPr/>
        </p:nvSpPr>
        <p:spPr>
          <a:xfrm>
            <a:off x="4676775" y="2047875"/>
            <a:ext cx="4667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92400E"/>
                </a:solidFill>
              </a:defRPr>
            </a:pPr>
            <a:r>
              <a:rPr sz="1200" b="1">
                <a:solidFill>
                  <a:srgbClr val="92400E"/>
                </a:solidFill>
              </a:rPr>
              <a:t>P25</a:t>
            </a:r>
          </a:p>
        </p:txBody>
      </p:sp>
      <p:sp>
        <p:nvSpPr>
          <p:cNvPr id="34" name="chip-P10-548-213">
            <a:extLst>
              <a:ext uri="{FF2B5EF4-FFF2-40B4-BE49-F238E27FC236}">
                <a16:creationId xmlns:a16="http://schemas.microsoft.com/office/drawing/2014/main" id="{A12783AA-0154-4453-9FDA-B7B841293B73}"/>
              </a:ext>
            </a:extLst>
          </p:cNvPr>
          <p:cNvSpPr>
            <a:spLocks noGrp="1"/>
          </p:cNvSpPr>
          <p:nvPr/>
        </p:nvSpPr>
        <p:spPr>
          <a:xfrm>
            <a:off x="5219700" y="2028825"/>
            <a:ext cx="466725" cy="238125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9525">
            <a:solidFill>
              <a:srgbClr val="FCD34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35" name="chip-label-P10-548-213">
            <a:extLst>
              <a:ext uri="{FF2B5EF4-FFF2-40B4-BE49-F238E27FC236}">
                <a16:creationId xmlns:a16="http://schemas.microsoft.com/office/drawing/2014/main" id="{C742F082-6589-4864-B4A2-15741BB6837F}"/>
              </a:ext>
            </a:extLst>
          </p:cNvPr>
          <p:cNvSpPr>
            <a:spLocks noGrp="1"/>
          </p:cNvSpPr>
          <p:nvPr/>
        </p:nvSpPr>
        <p:spPr>
          <a:xfrm>
            <a:off x="5219700" y="2047875"/>
            <a:ext cx="4667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92400E"/>
                </a:solidFill>
              </a:defRPr>
            </a:pPr>
            <a:r>
              <a:rPr sz="1200" b="1" dirty="0">
                <a:solidFill>
                  <a:srgbClr val="92400E"/>
                </a:solidFill>
              </a:rPr>
              <a:t>P10</a:t>
            </a:r>
          </a:p>
        </p:txBody>
      </p:sp>
      <p:sp>
        <p:nvSpPr>
          <p:cNvPr id="36" name="chip-P36-605-213">
            <a:extLst>
              <a:ext uri="{FF2B5EF4-FFF2-40B4-BE49-F238E27FC236}">
                <a16:creationId xmlns:a16="http://schemas.microsoft.com/office/drawing/2014/main" id="{C00AFF40-0D00-49AF-9E51-04B1948140DE}"/>
              </a:ext>
            </a:extLst>
          </p:cNvPr>
          <p:cNvSpPr>
            <a:spLocks noGrp="1"/>
          </p:cNvSpPr>
          <p:nvPr/>
        </p:nvSpPr>
        <p:spPr>
          <a:xfrm>
            <a:off x="5762625" y="2028825"/>
            <a:ext cx="466725" cy="238125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9525">
            <a:solidFill>
              <a:srgbClr val="FCD34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37" name="chip-label-P36-605-213">
            <a:extLst>
              <a:ext uri="{FF2B5EF4-FFF2-40B4-BE49-F238E27FC236}">
                <a16:creationId xmlns:a16="http://schemas.microsoft.com/office/drawing/2014/main" id="{350AA949-162F-40BE-942D-40A7D5A68014}"/>
              </a:ext>
            </a:extLst>
          </p:cNvPr>
          <p:cNvSpPr>
            <a:spLocks noGrp="1"/>
          </p:cNvSpPr>
          <p:nvPr/>
        </p:nvSpPr>
        <p:spPr>
          <a:xfrm>
            <a:off x="5762625" y="2047875"/>
            <a:ext cx="4667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92400E"/>
                </a:solidFill>
              </a:defRPr>
            </a:pPr>
            <a:r>
              <a:rPr sz="1200" b="1">
                <a:solidFill>
                  <a:srgbClr val="92400E"/>
                </a:solidFill>
              </a:rPr>
              <a:t>P36</a:t>
            </a:r>
          </a:p>
        </p:txBody>
      </p:sp>
      <p:sp>
        <p:nvSpPr>
          <p:cNvPr id="38" name="chip-P26-662-213">
            <a:extLst>
              <a:ext uri="{FF2B5EF4-FFF2-40B4-BE49-F238E27FC236}">
                <a16:creationId xmlns:a16="http://schemas.microsoft.com/office/drawing/2014/main" id="{0D93C220-823F-4DD3-8D55-809E7415202E}"/>
              </a:ext>
            </a:extLst>
          </p:cNvPr>
          <p:cNvSpPr>
            <a:spLocks noGrp="1"/>
          </p:cNvSpPr>
          <p:nvPr/>
        </p:nvSpPr>
        <p:spPr>
          <a:xfrm>
            <a:off x="6305550" y="2028825"/>
            <a:ext cx="466725" cy="238125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9525">
            <a:solidFill>
              <a:srgbClr val="FCD34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39" name="chip-label-P26-662-213">
            <a:extLst>
              <a:ext uri="{FF2B5EF4-FFF2-40B4-BE49-F238E27FC236}">
                <a16:creationId xmlns:a16="http://schemas.microsoft.com/office/drawing/2014/main" id="{6CC5F9D9-C933-401F-B838-2F3BCF87AAB0}"/>
              </a:ext>
            </a:extLst>
          </p:cNvPr>
          <p:cNvSpPr>
            <a:spLocks noGrp="1"/>
          </p:cNvSpPr>
          <p:nvPr/>
        </p:nvSpPr>
        <p:spPr>
          <a:xfrm>
            <a:off x="6305550" y="2047875"/>
            <a:ext cx="4667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92400E"/>
                </a:solidFill>
              </a:defRPr>
            </a:pPr>
            <a:r>
              <a:rPr sz="1200" b="1" dirty="0">
                <a:solidFill>
                  <a:srgbClr val="92400E"/>
                </a:solidFill>
              </a:rPr>
              <a:t>P26</a:t>
            </a:r>
          </a:p>
        </p:txBody>
      </p:sp>
      <p:sp>
        <p:nvSpPr>
          <p:cNvPr id="40" name="chip-P7-719-213">
            <a:extLst>
              <a:ext uri="{FF2B5EF4-FFF2-40B4-BE49-F238E27FC236}">
                <a16:creationId xmlns:a16="http://schemas.microsoft.com/office/drawing/2014/main" id="{94658E1B-7950-4833-AA90-160065FDFDBA}"/>
              </a:ext>
            </a:extLst>
          </p:cNvPr>
          <p:cNvSpPr>
            <a:spLocks noGrp="1"/>
          </p:cNvSpPr>
          <p:nvPr/>
        </p:nvSpPr>
        <p:spPr>
          <a:xfrm>
            <a:off x="6848475" y="2028825"/>
            <a:ext cx="466725" cy="238125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9525">
            <a:solidFill>
              <a:srgbClr val="FCD34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41" name="chip-label-P7-719-213">
            <a:extLst>
              <a:ext uri="{FF2B5EF4-FFF2-40B4-BE49-F238E27FC236}">
                <a16:creationId xmlns:a16="http://schemas.microsoft.com/office/drawing/2014/main" id="{A3F52E18-B949-4672-B01E-5BD47BF1ECE2}"/>
              </a:ext>
            </a:extLst>
          </p:cNvPr>
          <p:cNvSpPr>
            <a:spLocks noGrp="1"/>
          </p:cNvSpPr>
          <p:nvPr/>
        </p:nvSpPr>
        <p:spPr>
          <a:xfrm>
            <a:off x="6848475" y="2047875"/>
            <a:ext cx="4667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92400E"/>
                </a:solidFill>
              </a:defRPr>
            </a:pPr>
            <a:r>
              <a:rPr sz="1200" b="1">
                <a:solidFill>
                  <a:srgbClr val="92400E"/>
                </a:solidFill>
              </a:rPr>
              <a:t>P7</a:t>
            </a:r>
          </a:p>
        </p:txBody>
      </p:sp>
      <p:sp>
        <p:nvSpPr>
          <p:cNvPr id="42" name="label-High Misclick-491-249">
            <a:extLst>
              <a:ext uri="{FF2B5EF4-FFF2-40B4-BE49-F238E27FC236}">
                <a16:creationId xmlns:a16="http://schemas.microsoft.com/office/drawing/2014/main" id="{73C6C256-39C3-4E24-B3FF-E4368CDAB8A4}"/>
              </a:ext>
            </a:extLst>
          </p:cNvPr>
          <p:cNvSpPr>
            <a:spLocks noGrp="1"/>
          </p:cNvSpPr>
          <p:nvPr/>
        </p:nvSpPr>
        <p:spPr>
          <a:xfrm>
            <a:off x="4676775" y="2371725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92400E"/>
                </a:solidFill>
              </a:defRPr>
            </a:pPr>
            <a:r>
              <a:rPr sz="1200">
                <a:solidFill>
                  <a:srgbClr val="92400E"/>
                </a:solidFill>
              </a:rPr>
              <a:t>High Misclick</a:t>
            </a:r>
          </a:p>
        </p:txBody>
      </p:sp>
      <p:sp>
        <p:nvSpPr>
          <p:cNvPr id="43" name="chip-P36-491-274">
            <a:extLst>
              <a:ext uri="{FF2B5EF4-FFF2-40B4-BE49-F238E27FC236}">
                <a16:creationId xmlns:a16="http://schemas.microsoft.com/office/drawing/2014/main" id="{D176169B-34B0-4724-A476-1E3209437B52}"/>
              </a:ext>
            </a:extLst>
          </p:cNvPr>
          <p:cNvSpPr>
            <a:spLocks noGrp="1"/>
          </p:cNvSpPr>
          <p:nvPr/>
        </p:nvSpPr>
        <p:spPr>
          <a:xfrm>
            <a:off x="4676775" y="2609850"/>
            <a:ext cx="466725" cy="238125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9525">
            <a:solidFill>
              <a:srgbClr val="FCD34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44" name="chip-label-P36-491-274">
            <a:extLst>
              <a:ext uri="{FF2B5EF4-FFF2-40B4-BE49-F238E27FC236}">
                <a16:creationId xmlns:a16="http://schemas.microsoft.com/office/drawing/2014/main" id="{ABD88FBB-7652-40ED-99D6-9485BDB75AA9}"/>
              </a:ext>
            </a:extLst>
          </p:cNvPr>
          <p:cNvSpPr>
            <a:spLocks noGrp="1"/>
          </p:cNvSpPr>
          <p:nvPr/>
        </p:nvSpPr>
        <p:spPr>
          <a:xfrm>
            <a:off x="4676775" y="2628900"/>
            <a:ext cx="4667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92400E"/>
                </a:solidFill>
              </a:defRPr>
            </a:pPr>
            <a:r>
              <a:rPr sz="1200" b="1">
                <a:solidFill>
                  <a:srgbClr val="92400E"/>
                </a:solidFill>
              </a:rPr>
              <a:t>P36</a:t>
            </a:r>
          </a:p>
        </p:txBody>
      </p:sp>
      <p:sp>
        <p:nvSpPr>
          <p:cNvPr id="45" name="chip-P25-548-274">
            <a:extLst>
              <a:ext uri="{FF2B5EF4-FFF2-40B4-BE49-F238E27FC236}">
                <a16:creationId xmlns:a16="http://schemas.microsoft.com/office/drawing/2014/main" id="{20DA19BC-74D9-43CF-8BB8-2E19F4C1B7AA}"/>
              </a:ext>
            </a:extLst>
          </p:cNvPr>
          <p:cNvSpPr>
            <a:spLocks noGrp="1"/>
          </p:cNvSpPr>
          <p:nvPr/>
        </p:nvSpPr>
        <p:spPr>
          <a:xfrm>
            <a:off x="5219700" y="2609850"/>
            <a:ext cx="466725" cy="238125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9525">
            <a:solidFill>
              <a:srgbClr val="FCD34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46" name="chip-label-P25-548-274">
            <a:extLst>
              <a:ext uri="{FF2B5EF4-FFF2-40B4-BE49-F238E27FC236}">
                <a16:creationId xmlns:a16="http://schemas.microsoft.com/office/drawing/2014/main" id="{854ED79A-0027-4FFD-9B72-739203020D18}"/>
              </a:ext>
            </a:extLst>
          </p:cNvPr>
          <p:cNvSpPr>
            <a:spLocks noGrp="1"/>
          </p:cNvSpPr>
          <p:nvPr/>
        </p:nvSpPr>
        <p:spPr>
          <a:xfrm>
            <a:off x="5219700" y="2628900"/>
            <a:ext cx="4667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92400E"/>
                </a:solidFill>
              </a:defRPr>
            </a:pPr>
            <a:r>
              <a:rPr sz="1200" b="1">
                <a:solidFill>
                  <a:srgbClr val="92400E"/>
                </a:solidFill>
              </a:rPr>
              <a:t>P25</a:t>
            </a:r>
          </a:p>
        </p:txBody>
      </p:sp>
      <p:sp>
        <p:nvSpPr>
          <p:cNvPr id="47" name="chip-P10-605-274">
            <a:extLst>
              <a:ext uri="{FF2B5EF4-FFF2-40B4-BE49-F238E27FC236}">
                <a16:creationId xmlns:a16="http://schemas.microsoft.com/office/drawing/2014/main" id="{A21A741C-E2F3-4422-AF9A-CDD3D8B8E878}"/>
              </a:ext>
            </a:extLst>
          </p:cNvPr>
          <p:cNvSpPr>
            <a:spLocks noGrp="1"/>
          </p:cNvSpPr>
          <p:nvPr/>
        </p:nvSpPr>
        <p:spPr>
          <a:xfrm>
            <a:off x="5762625" y="2609850"/>
            <a:ext cx="466725" cy="238125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9525">
            <a:solidFill>
              <a:srgbClr val="FCD34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48" name="chip-label-P10-605-274">
            <a:extLst>
              <a:ext uri="{FF2B5EF4-FFF2-40B4-BE49-F238E27FC236}">
                <a16:creationId xmlns:a16="http://schemas.microsoft.com/office/drawing/2014/main" id="{5D512DC0-5F65-4E2E-9DF6-E13E3BE94587}"/>
              </a:ext>
            </a:extLst>
          </p:cNvPr>
          <p:cNvSpPr>
            <a:spLocks noGrp="1"/>
          </p:cNvSpPr>
          <p:nvPr/>
        </p:nvSpPr>
        <p:spPr>
          <a:xfrm>
            <a:off x="5762625" y="2628900"/>
            <a:ext cx="4667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92400E"/>
                </a:solidFill>
              </a:defRPr>
            </a:pPr>
            <a:r>
              <a:rPr sz="1200" b="1">
                <a:solidFill>
                  <a:srgbClr val="92400E"/>
                </a:solidFill>
              </a:rPr>
              <a:t>P10</a:t>
            </a:r>
          </a:p>
        </p:txBody>
      </p:sp>
      <p:sp>
        <p:nvSpPr>
          <p:cNvPr id="49" name="chip-P40-662-274">
            <a:extLst>
              <a:ext uri="{FF2B5EF4-FFF2-40B4-BE49-F238E27FC236}">
                <a16:creationId xmlns:a16="http://schemas.microsoft.com/office/drawing/2014/main" id="{66B2B855-AB12-451D-9201-8F45F52C27CC}"/>
              </a:ext>
            </a:extLst>
          </p:cNvPr>
          <p:cNvSpPr>
            <a:spLocks noGrp="1"/>
          </p:cNvSpPr>
          <p:nvPr/>
        </p:nvSpPr>
        <p:spPr>
          <a:xfrm>
            <a:off x="6305550" y="2609850"/>
            <a:ext cx="466725" cy="238125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9525">
            <a:solidFill>
              <a:srgbClr val="FCD34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50" name="chip-label-P40-662-274">
            <a:extLst>
              <a:ext uri="{FF2B5EF4-FFF2-40B4-BE49-F238E27FC236}">
                <a16:creationId xmlns:a16="http://schemas.microsoft.com/office/drawing/2014/main" id="{FAC1DC76-62F6-4265-8A0B-912EEC87780E}"/>
              </a:ext>
            </a:extLst>
          </p:cNvPr>
          <p:cNvSpPr>
            <a:spLocks noGrp="1"/>
          </p:cNvSpPr>
          <p:nvPr/>
        </p:nvSpPr>
        <p:spPr>
          <a:xfrm>
            <a:off x="6305550" y="2628900"/>
            <a:ext cx="4667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92400E"/>
                </a:solidFill>
              </a:defRPr>
            </a:pPr>
            <a:r>
              <a:rPr sz="1200" b="1">
                <a:solidFill>
                  <a:srgbClr val="92400E"/>
                </a:solidFill>
              </a:rPr>
              <a:t>P40</a:t>
            </a:r>
          </a:p>
        </p:txBody>
      </p:sp>
      <p:sp>
        <p:nvSpPr>
          <p:cNvPr id="51" name="time-card">
            <a:extLst>
              <a:ext uri="{FF2B5EF4-FFF2-40B4-BE49-F238E27FC236}">
                <a16:creationId xmlns:a16="http://schemas.microsoft.com/office/drawing/2014/main" id="{CAAA6677-C14C-4882-9F42-17CCDF9CBC7C}"/>
              </a:ext>
            </a:extLst>
          </p:cNvPr>
          <p:cNvSpPr>
            <a:spLocks noGrp="1"/>
          </p:cNvSpPr>
          <p:nvPr/>
        </p:nvSpPr>
        <p:spPr>
          <a:xfrm>
            <a:off x="8229600" y="1314450"/>
            <a:ext cx="3486150" cy="16954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52" name="time-accent">
            <a:extLst>
              <a:ext uri="{FF2B5EF4-FFF2-40B4-BE49-F238E27FC236}">
                <a16:creationId xmlns:a16="http://schemas.microsoft.com/office/drawing/2014/main" id="{55AB177C-C290-4453-97D1-A6682C91F079}"/>
              </a:ext>
            </a:extLst>
          </p:cNvPr>
          <p:cNvSpPr>
            <a:spLocks noGrp="1"/>
          </p:cNvSpPr>
          <p:nvPr/>
        </p:nvSpPr>
        <p:spPr>
          <a:xfrm>
            <a:off x="8362950" y="1447800"/>
            <a:ext cx="76200" cy="142875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ime-title">
            <a:extLst>
              <a:ext uri="{FF2B5EF4-FFF2-40B4-BE49-F238E27FC236}">
                <a16:creationId xmlns:a16="http://schemas.microsoft.com/office/drawing/2014/main" id="{E701E9AD-6450-4EBA-BD9D-664530D87401}"/>
              </a:ext>
            </a:extLst>
          </p:cNvPr>
          <p:cNvSpPr>
            <a:spLocks noGrp="1"/>
          </p:cNvSpPr>
          <p:nvPr/>
        </p:nvSpPr>
        <p:spPr>
          <a:xfrm>
            <a:off x="8553450" y="1457325"/>
            <a:ext cx="2990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Completion Time Extremes</a:t>
            </a:r>
          </a:p>
        </p:txBody>
      </p:sp>
      <p:sp>
        <p:nvSpPr>
          <p:cNvPr id="54" name="time-tint">
            <a:extLst>
              <a:ext uri="{FF2B5EF4-FFF2-40B4-BE49-F238E27FC236}">
                <a16:creationId xmlns:a16="http://schemas.microsoft.com/office/drawing/2014/main" id="{F6A56456-5242-43E2-AEDA-178F94800B7E}"/>
              </a:ext>
            </a:extLst>
          </p:cNvPr>
          <p:cNvSpPr>
            <a:spLocks noGrp="1"/>
          </p:cNvSpPr>
          <p:nvPr/>
        </p:nvSpPr>
        <p:spPr>
          <a:xfrm>
            <a:off x="11182350" y="1457325"/>
            <a:ext cx="323850" cy="11430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label-Very Fast-898-188">
            <a:extLst>
              <a:ext uri="{FF2B5EF4-FFF2-40B4-BE49-F238E27FC236}">
                <a16:creationId xmlns:a16="http://schemas.microsoft.com/office/drawing/2014/main" id="{A96762BD-E79F-4AD8-8405-5215DEB03B83}"/>
              </a:ext>
            </a:extLst>
          </p:cNvPr>
          <p:cNvSpPr>
            <a:spLocks noGrp="1"/>
          </p:cNvSpPr>
          <p:nvPr/>
        </p:nvSpPr>
        <p:spPr>
          <a:xfrm>
            <a:off x="8553450" y="179070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5B21B6"/>
                </a:solidFill>
              </a:defRPr>
            </a:pPr>
            <a:r>
              <a:rPr sz="1200" dirty="0">
                <a:solidFill>
                  <a:srgbClr val="5B21B6"/>
                </a:solidFill>
              </a:rPr>
              <a:t>Very Fast</a:t>
            </a:r>
          </a:p>
        </p:txBody>
      </p:sp>
      <p:sp>
        <p:nvSpPr>
          <p:cNvPr id="56" name="chip-P27-898-213">
            <a:extLst>
              <a:ext uri="{FF2B5EF4-FFF2-40B4-BE49-F238E27FC236}">
                <a16:creationId xmlns:a16="http://schemas.microsoft.com/office/drawing/2014/main" id="{29BED9C0-F257-45B9-ABE6-F5A6E3F872C7}"/>
              </a:ext>
            </a:extLst>
          </p:cNvPr>
          <p:cNvSpPr>
            <a:spLocks noGrp="1"/>
          </p:cNvSpPr>
          <p:nvPr/>
        </p:nvSpPr>
        <p:spPr>
          <a:xfrm>
            <a:off x="8553450" y="2028825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9525">
            <a:solidFill>
              <a:srgbClr val="C4B5F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57" name="chip-label-P27-898-213">
            <a:extLst>
              <a:ext uri="{FF2B5EF4-FFF2-40B4-BE49-F238E27FC236}">
                <a16:creationId xmlns:a16="http://schemas.microsoft.com/office/drawing/2014/main" id="{A86F8538-1641-42D1-BA1D-81F04E937775}"/>
              </a:ext>
            </a:extLst>
          </p:cNvPr>
          <p:cNvSpPr>
            <a:spLocks noGrp="1"/>
          </p:cNvSpPr>
          <p:nvPr/>
        </p:nvSpPr>
        <p:spPr>
          <a:xfrm>
            <a:off x="8553450" y="20478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5B21B6"/>
                </a:solidFill>
              </a:defRPr>
            </a:pPr>
            <a:r>
              <a:rPr sz="1200" b="1">
                <a:solidFill>
                  <a:srgbClr val="5B21B6"/>
                </a:solidFill>
              </a:rPr>
              <a:t>P27</a:t>
            </a:r>
          </a:p>
        </p:txBody>
      </p:sp>
      <p:sp>
        <p:nvSpPr>
          <p:cNvPr id="58" name="chip-P11-956-213">
            <a:extLst>
              <a:ext uri="{FF2B5EF4-FFF2-40B4-BE49-F238E27FC236}">
                <a16:creationId xmlns:a16="http://schemas.microsoft.com/office/drawing/2014/main" id="{CEC5E571-B0B7-4396-8E00-5B877D116AC1}"/>
              </a:ext>
            </a:extLst>
          </p:cNvPr>
          <p:cNvSpPr>
            <a:spLocks noGrp="1"/>
          </p:cNvSpPr>
          <p:nvPr/>
        </p:nvSpPr>
        <p:spPr>
          <a:xfrm>
            <a:off x="9105900" y="2028825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9525">
            <a:solidFill>
              <a:srgbClr val="C4B5F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59" name="chip-label-P11-956-213">
            <a:extLst>
              <a:ext uri="{FF2B5EF4-FFF2-40B4-BE49-F238E27FC236}">
                <a16:creationId xmlns:a16="http://schemas.microsoft.com/office/drawing/2014/main" id="{ADE52E31-24AB-4527-A197-F9D5B9B9E2F5}"/>
              </a:ext>
            </a:extLst>
          </p:cNvPr>
          <p:cNvSpPr>
            <a:spLocks noGrp="1"/>
          </p:cNvSpPr>
          <p:nvPr/>
        </p:nvSpPr>
        <p:spPr>
          <a:xfrm>
            <a:off x="9105900" y="20478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5B21B6"/>
                </a:solidFill>
              </a:defRPr>
            </a:pPr>
            <a:r>
              <a:rPr sz="1200" b="1">
                <a:solidFill>
                  <a:srgbClr val="5B21B6"/>
                </a:solidFill>
              </a:rPr>
              <a:t>P11</a:t>
            </a:r>
          </a:p>
        </p:txBody>
      </p:sp>
      <p:sp>
        <p:nvSpPr>
          <p:cNvPr id="60" name="chip-P20-1014-213">
            <a:extLst>
              <a:ext uri="{FF2B5EF4-FFF2-40B4-BE49-F238E27FC236}">
                <a16:creationId xmlns:a16="http://schemas.microsoft.com/office/drawing/2014/main" id="{A90C86E8-50A7-4213-A6D4-445F0B6DDB48}"/>
              </a:ext>
            </a:extLst>
          </p:cNvPr>
          <p:cNvSpPr>
            <a:spLocks noGrp="1"/>
          </p:cNvSpPr>
          <p:nvPr/>
        </p:nvSpPr>
        <p:spPr>
          <a:xfrm>
            <a:off x="9658350" y="2028825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9525">
            <a:solidFill>
              <a:srgbClr val="C4B5F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61" name="chip-label-P20-1014-213">
            <a:extLst>
              <a:ext uri="{FF2B5EF4-FFF2-40B4-BE49-F238E27FC236}">
                <a16:creationId xmlns:a16="http://schemas.microsoft.com/office/drawing/2014/main" id="{DA658AAD-905C-4ADE-95D4-9289989425C4}"/>
              </a:ext>
            </a:extLst>
          </p:cNvPr>
          <p:cNvSpPr>
            <a:spLocks noGrp="1"/>
          </p:cNvSpPr>
          <p:nvPr/>
        </p:nvSpPr>
        <p:spPr>
          <a:xfrm>
            <a:off x="9658350" y="20478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5B21B6"/>
                </a:solidFill>
              </a:defRPr>
            </a:pPr>
            <a:r>
              <a:rPr sz="1200" b="1">
                <a:solidFill>
                  <a:srgbClr val="5B21B6"/>
                </a:solidFill>
              </a:rPr>
              <a:t>P20</a:t>
            </a:r>
          </a:p>
        </p:txBody>
      </p:sp>
      <p:sp>
        <p:nvSpPr>
          <p:cNvPr id="62" name="chip-P18-1072-213">
            <a:extLst>
              <a:ext uri="{FF2B5EF4-FFF2-40B4-BE49-F238E27FC236}">
                <a16:creationId xmlns:a16="http://schemas.microsoft.com/office/drawing/2014/main" id="{DF1D0221-74CB-424E-9F61-CCCB7115AAE7}"/>
              </a:ext>
            </a:extLst>
          </p:cNvPr>
          <p:cNvSpPr>
            <a:spLocks noGrp="1"/>
          </p:cNvSpPr>
          <p:nvPr/>
        </p:nvSpPr>
        <p:spPr>
          <a:xfrm>
            <a:off x="10210800" y="2028825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9525">
            <a:solidFill>
              <a:srgbClr val="C4B5F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63" name="chip-label-P18-1072-213">
            <a:extLst>
              <a:ext uri="{FF2B5EF4-FFF2-40B4-BE49-F238E27FC236}">
                <a16:creationId xmlns:a16="http://schemas.microsoft.com/office/drawing/2014/main" id="{987FB9DC-B0C0-42C2-96FE-734A5609DB15}"/>
              </a:ext>
            </a:extLst>
          </p:cNvPr>
          <p:cNvSpPr>
            <a:spLocks noGrp="1"/>
          </p:cNvSpPr>
          <p:nvPr/>
        </p:nvSpPr>
        <p:spPr>
          <a:xfrm>
            <a:off x="10210800" y="20478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5B21B6"/>
                </a:solidFill>
              </a:defRPr>
            </a:pPr>
            <a:r>
              <a:rPr sz="1200" b="1">
                <a:solidFill>
                  <a:srgbClr val="5B21B6"/>
                </a:solidFill>
              </a:rPr>
              <a:t>P18</a:t>
            </a:r>
          </a:p>
        </p:txBody>
      </p:sp>
      <p:sp>
        <p:nvSpPr>
          <p:cNvPr id="64" name="label-Very Slow-898-249">
            <a:extLst>
              <a:ext uri="{FF2B5EF4-FFF2-40B4-BE49-F238E27FC236}">
                <a16:creationId xmlns:a16="http://schemas.microsoft.com/office/drawing/2014/main" id="{D5CDF581-9D3A-4EA8-8572-F8206CB90438}"/>
              </a:ext>
            </a:extLst>
          </p:cNvPr>
          <p:cNvSpPr>
            <a:spLocks noGrp="1"/>
          </p:cNvSpPr>
          <p:nvPr/>
        </p:nvSpPr>
        <p:spPr>
          <a:xfrm>
            <a:off x="8553450" y="2371725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5B21B6"/>
                </a:solidFill>
              </a:defRPr>
            </a:pPr>
            <a:r>
              <a:rPr sz="1200">
                <a:solidFill>
                  <a:srgbClr val="5B21B6"/>
                </a:solidFill>
              </a:rPr>
              <a:t>Very Slow</a:t>
            </a:r>
          </a:p>
        </p:txBody>
      </p:sp>
      <p:sp>
        <p:nvSpPr>
          <p:cNvPr id="65" name="chip-P7-898-274">
            <a:extLst>
              <a:ext uri="{FF2B5EF4-FFF2-40B4-BE49-F238E27FC236}">
                <a16:creationId xmlns:a16="http://schemas.microsoft.com/office/drawing/2014/main" id="{134E78A8-908D-4986-A941-0214A9C70A3E}"/>
              </a:ext>
            </a:extLst>
          </p:cNvPr>
          <p:cNvSpPr>
            <a:spLocks noGrp="1"/>
          </p:cNvSpPr>
          <p:nvPr/>
        </p:nvSpPr>
        <p:spPr>
          <a:xfrm>
            <a:off x="8553450" y="2609850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9525">
            <a:solidFill>
              <a:srgbClr val="C4B5F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66" name="chip-label-P7-898-274">
            <a:extLst>
              <a:ext uri="{FF2B5EF4-FFF2-40B4-BE49-F238E27FC236}">
                <a16:creationId xmlns:a16="http://schemas.microsoft.com/office/drawing/2014/main" id="{CB0D56C6-83F3-42EB-8FE9-CACC9A754958}"/>
              </a:ext>
            </a:extLst>
          </p:cNvPr>
          <p:cNvSpPr>
            <a:spLocks noGrp="1"/>
          </p:cNvSpPr>
          <p:nvPr/>
        </p:nvSpPr>
        <p:spPr>
          <a:xfrm>
            <a:off x="8553450" y="26289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5B21B6"/>
                </a:solidFill>
              </a:defRPr>
            </a:pPr>
            <a:r>
              <a:rPr sz="1200" b="1">
                <a:solidFill>
                  <a:srgbClr val="5B21B6"/>
                </a:solidFill>
              </a:rPr>
              <a:t>P7</a:t>
            </a:r>
          </a:p>
        </p:txBody>
      </p:sp>
      <p:sp>
        <p:nvSpPr>
          <p:cNvPr id="67" name="chip-P25-956-274">
            <a:extLst>
              <a:ext uri="{FF2B5EF4-FFF2-40B4-BE49-F238E27FC236}">
                <a16:creationId xmlns:a16="http://schemas.microsoft.com/office/drawing/2014/main" id="{F88104E5-74CC-499A-9C51-42D0497F189D}"/>
              </a:ext>
            </a:extLst>
          </p:cNvPr>
          <p:cNvSpPr>
            <a:spLocks noGrp="1"/>
          </p:cNvSpPr>
          <p:nvPr/>
        </p:nvSpPr>
        <p:spPr>
          <a:xfrm>
            <a:off x="9105900" y="2609850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9525">
            <a:solidFill>
              <a:srgbClr val="C4B5F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68" name="chip-label-P25-956-274">
            <a:extLst>
              <a:ext uri="{FF2B5EF4-FFF2-40B4-BE49-F238E27FC236}">
                <a16:creationId xmlns:a16="http://schemas.microsoft.com/office/drawing/2014/main" id="{2E600AE6-367B-4DD7-A1D9-463A15AEB330}"/>
              </a:ext>
            </a:extLst>
          </p:cNvPr>
          <p:cNvSpPr>
            <a:spLocks noGrp="1"/>
          </p:cNvSpPr>
          <p:nvPr/>
        </p:nvSpPr>
        <p:spPr>
          <a:xfrm>
            <a:off x="9105900" y="26289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5B21B6"/>
                </a:solidFill>
              </a:defRPr>
            </a:pPr>
            <a:r>
              <a:rPr sz="1200" b="1">
                <a:solidFill>
                  <a:srgbClr val="5B21B6"/>
                </a:solidFill>
              </a:rPr>
              <a:t>P25</a:t>
            </a:r>
          </a:p>
        </p:txBody>
      </p:sp>
      <p:sp>
        <p:nvSpPr>
          <p:cNvPr id="69" name="chip-P13-1014-274">
            <a:extLst>
              <a:ext uri="{FF2B5EF4-FFF2-40B4-BE49-F238E27FC236}">
                <a16:creationId xmlns:a16="http://schemas.microsoft.com/office/drawing/2014/main" id="{6D4E43A7-88E6-41B3-8BE8-5A408338E02F}"/>
              </a:ext>
            </a:extLst>
          </p:cNvPr>
          <p:cNvSpPr>
            <a:spLocks noGrp="1"/>
          </p:cNvSpPr>
          <p:nvPr/>
        </p:nvSpPr>
        <p:spPr>
          <a:xfrm>
            <a:off x="9658350" y="2609850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9525">
            <a:solidFill>
              <a:srgbClr val="C4B5F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70" name="chip-label-P13-1014-274">
            <a:extLst>
              <a:ext uri="{FF2B5EF4-FFF2-40B4-BE49-F238E27FC236}">
                <a16:creationId xmlns:a16="http://schemas.microsoft.com/office/drawing/2014/main" id="{BA28712D-7BDC-4DE2-B4F8-9B0876B64D37}"/>
              </a:ext>
            </a:extLst>
          </p:cNvPr>
          <p:cNvSpPr>
            <a:spLocks noGrp="1"/>
          </p:cNvSpPr>
          <p:nvPr/>
        </p:nvSpPr>
        <p:spPr>
          <a:xfrm>
            <a:off x="9658350" y="26289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5B21B6"/>
                </a:solidFill>
              </a:defRPr>
            </a:pPr>
            <a:r>
              <a:rPr sz="1200" b="1">
                <a:solidFill>
                  <a:srgbClr val="5B21B6"/>
                </a:solidFill>
              </a:rPr>
              <a:t>P13</a:t>
            </a:r>
          </a:p>
        </p:txBody>
      </p:sp>
      <p:sp>
        <p:nvSpPr>
          <p:cNvPr id="71" name="chip-P36-1072-274">
            <a:extLst>
              <a:ext uri="{FF2B5EF4-FFF2-40B4-BE49-F238E27FC236}">
                <a16:creationId xmlns:a16="http://schemas.microsoft.com/office/drawing/2014/main" id="{15AF01A0-689B-4D0B-984F-25FC7EF2B5F3}"/>
              </a:ext>
            </a:extLst>
          </p:cNvPr>
          <p:cNvSpPr>
            <a:spLocks noGrp="1"/>
          </p:cNvSpPr>
          <p:nvPr/>
        </p:nvSpPr>
        <p:spPr>
          <a:xfrm>
            <a:off x="10210800" y="2609850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 w="9525">
            <a:solidFill>
              <a:srgbClr val="C4B5F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72" name="chip-label-P36-1072-274">
            <a:extLst>
              <a:ext uri="{FF2B5EF4-FFF2-40B4-BE49-F238E27FC236}">
                <a16:creationId xmlns:a16="http://schemas.microsoft.com/office/drawing/2014/main" id="{AE209415-BF02-4DE7-B9C8-B7C3279D830A}"/>
              </a:ext>
            </a:extLst>
          </p:cNvPr>
          <p:cNvSpPr>
            <a:spLocks noGrp="1"/>
          </p:cNvSpPr>
          <p:nvPr/>
        </p:nvSpPr>
        <p:spPr>
          <a:xfrm>
            <a:off x="10210800" y="26289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5B21B6"/>
                </a:solidFill>
              </a:defRPr>
            </a:pPr>
            <a:r>
              <a:rPr sz="1200" b="1">
                <a:solidFill>
                  <a:srgbClr val="5B21B6"/>
                </a:solidFill>
              </a:rPr>
              <a:t>P36</a:t>
            </a:r>
          </a:p>
        </p:txBody>
      </p:sp>
      <p:sp>
        <p:nvSpPr>
          <p:cNvPr id="73" name="mismatch-card">
            <a:extLst>
              <a:ext uri="{FF2B5EF4-FFF2-40B4-BE49-F238E27FC236}">
                <a16:creationId xmlns:a16="http://schemas.microsoft.com/office/drawing/2014/main" id="{54A58D44-ECB2-40A5-9523-E89708D08E85}"/>
              </a:ext>
            </a:extLst>
          </p:cNvPr>
          <p:cNvSpPr>
            <a:spLocks noGrp="1"/>
          </p:cNvSpPr>
          <p:nvPr/>
        </p:nvSpPr>
        <p:spPr>
          <a:xfrm>
            <a:off x="476250" y="3295650"/>
            <a:ext cx="3486150" cy="2428875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74" name="mismatch-accent">
            <a:extLst>
              <a:ext uri="{FF2B5EF4-FFF2-40B4-BE49-F238E27FC236}">
                <a16:creationId xmlns:a16="http://schemas.microsoft.com/office/drawing/2014/main" id="{1477158B-C351-46D5-BF99-74BF46BEA4D7}"/>
              </a:ext>
            </a:extLst>
          </p:cNvPr>
          <p:cNvSpPr>
            <a:spLocks noGrp="1"/>
          </p:cNvSpPr>
          <p:nvPr/>
        </p:nvSpPr>
        <p:spPr>
          <a:xfrm>
            <a:off x="609600" y="3429000"/>
            <a:ext cx="76200" cy="2162175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 w="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mismatch-title">
            <a:extLst>
              <a:ext uri="{FF2B5EF4-FFF2-40B4-BE49-F238E27FC236}">
                <a16:creationId xmlns:a16="http://schemas.microsoft.com/office/drawing/2014/main" id="{F0B66F82-4947-46BE-9D32-B6B36F2A05DE}"/>
              </a:ext>
            </a:extLst>
          </p:cNvPr>
          <p:cNvSpPr>
            <a:spLocks noGrp="1"/>
          </p:cNvSpPr>
          <p:nvPr/>
        </p:nvSpPr>
        <p:spPr>
          <a:xfrm>
            <a:off x="800100" y="3438525"/>
            <a:ext cx="2990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Survey-Behavior Mismatch</a:t>
            </a:r>
          </a:p>
        </p:txBody>
      </p:sp>
      <p:sp>
        <p:nvSpPr>
          <p:cNvPr id="76" name="mismatch-tint">
            <a:extLst>
              <a:ext uri="{FF2B5EF4-FFF2-40B4-BE49-F238E27FC236}">
                <a16:creationId xmlns:a16="http://schemas.microsoft.com/office/drawing/2014/main" id="{F31DC639-263A-44D2-B381-CFD67D90C15A}"/>
              </a:ext>
            </a:extLst>
          </p:cNvPr>
          <p:cNvSpPr>
            <a:spLocks noGrp="1"/>
          </p:cNvSpPr>
          <p:nvPr/>
        </p:nvSpPr>
        <p:spPr>
          <a:xfrm>
            <a:off x="3429000" y="3438525"/>
            <a:ext cx="323850" cy="114300"/>
          </a:xfrm>
          <a:prstGeom prst="roundRect">
            <a:avLst>
              <a:gd name="adj" fmla="val 50000"/>
            </a:avLst>
          </a:prstGeom>
          <a:solidFill>
            <a:srgbClr val="FFE4E6"/>
          </a:solidFill>
          <a:ln w="0">
            <a:solidFill>
              <a:srgbClr val="FFE4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label-Fast / Low Satisfaction-84-397">
            <a:extLst>
              <a:ext uri="{FF2B5EF4-FFF2-40B4-BE49-F238E27FC236}">
                <a16:creationId xmlns:a16="http://schemas.microsoft.com/office/drawing/2014/main" id="{6396118F-6218-40A3-9E09-9C6F33300B35}"/>
              </a:ext>
            </a:extLst>
          </p:cNvPr>
          <p:cNvSpPr>
            <a:spLocks noGrp="1"/>
          </p:cNvSpPr>
          <p:nvPr/>
        </p:nvSpPr>
        <p:spPr>
          <a:xfrm>
            <a:off x="800100" y="3781425"/>
            <a:ext cx="2238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9F1239"/>
                </a:solidFill>
              </a:defRPr>
            </a:pPr>
            <a:r>
              <a:rPr sz="1200">
                <a:solidFill>
                  <a:srgbClr val="9F1239"/>
                </a:solidFill>
              </a:rPr>
              <a:t>Fast / Low Satisfaction</a:t>
            </a:r>
          </a:p>
        </p:txBody>
      </p:sp>
      <p:sp>
        <p:nvSpPr>
          <p:cNvPr id="78" name="chip-P27-84-423">
            <a:extLst>
              <a:ext uri="{FF2B5EF4-FFF2-40B4-BE49-F238E27FC236}">
                <a16:creationId xmlns:a16="http://schemas.microsoft.com/office/drawing/2014/main" id="{796171C3-E660-4E1D-A80C-5B3AE29AA5D3}"/>
              </a:ext>
            </a:extLst>
          </p:cNvPr>
          <p:cNvSpPr>
            <a:spLocks noGrp="1"/>
          </p:cNvSpPr>
          <p:nvPr/>
        </p:nvSpPr>
        <p:spPr>
          <a:xfrm>
            <a:off x="800100" y="4029075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FFE4E6"/>
          </a:solidFill>
          <a:ln w="9525">
            <a:solidFill>
              <a:srgbClr val="FDA4A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79" name="chip-label-P27-84-423">
            <a:extLst>
              <a:ext uri="{FF2B5EF4-FFF2-40B4-BE49-F238E27FC236}">
                <a16:creationId xmlns:a16="http://schemas.microsoft.com/office/drawing/2014/main" id="{A6EBF313-89BA-4E61-B235-6AFDD81FBEA5}"/>
              </a:ext>
            </a:extLst>
          </p:cNvPr>
          <p:cNvSpPr>
            <a:spLocks noGrp="1"/>
          </p:cNvSpPr>
          <p:nvPr/>
        </p:nvSpPr>
        <p:spPr>
          <a:xfrm>
            <a:off x="800100" y="404812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9F1239"/>
                </a:solidFill>
              </a:defRPr>
            </a:pPr>
            <a:r>
              <a:rPr sz="1200" b="1">
                <a:solidFill>
                  <a:srgbClr val="9F1239"/>
                </a:solidFill>
              </a:rPr>
              <a:t>P27</a:t>
            </a:r>
          </a:p>
        </p:txBody>
      </p:sp>
      <p:sp>
        <p:nvSpPr>
          <p:cNvPr id="80" name="chip-P37-142-423">
            <a:extLst>
              <a:ext uri="{FF2B5EF4-FFF2-40B4-BE49-F238E27FC236}">
                <a16:creationId xmlns:a16="http://schemas.microsoft.com/office/drawing/2014/main" id="{60183512-453E-48F2-8061-3E5E052E6630}"/>
              </a:ext>
            </a:extLst>
          </p:cNvPr>
          <p:cNvSpPr>
            <a:spLocks noGrp="1"/>
          </p:cNvSpPr>
          <p:nvPr/>
        </p:nvSpPr>
        <p:spPr>
          <a:xfrm>
            <a:off x="1352550" y="4029075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FFE4E6"/>
          </a:solidFill>
          <a:ln w="9525">
            <a:solidFill>
              <a:srgbClr val="FDA4A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81" name="chip-label-P37-142-423">
            <a:extLst>
              <a:ext uri="{FF2B5EF4-FFF2-40B4-BE49-F238E27FC236}">
                <a16:creationId xmlns:a16="http://schemas.microsoft.com/office/drawing/2014/main" id="{0AB7E3BB-71AB-4D5D-A79A-B7DE6CB24975}"/>
              </a:ext>
            </a:extLst>
          </p:cNvPr>
          <p:cNvSpPr>
            <a:spLocks noGrp="1"/>
          </p:cNvSpPr>
          <p:nvPr/>
        </p:nvSpPr>
        <p:spPr>
          <a:xfrm>
            <a:off x="1352550" y="404812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9F1239"/>
                </a:solidFill>
              </a:defRPr>
            </a:pPr>
            <a:r>
              <a:rPr sz="1200" b="1">
                <a:solidFill>
                  <a:srgbClr val="9F1239"/>
                </a:solidFill>
              </a:rPr>
              <a:t>P37</a:t>
            </a:r>
          </a:p>
        </p:txBody>
      </p:sp>
      <p:sp>
        <p:nvSpPr>
          <p:cNvPr id="82" name="chip-P3-200-423">
            <a:extLst>
              <a:ext uri="{FF2B5EF4-FFF2-40B4-BE49-F238E27FC236}">
                <a16:creationId xmlns:a16="http://schemas.microsoft.com/office/drawing/2014/main" id="{2DC75181-788B-4BF2-B1FC-C7A6C543C7A8}"/>
              </a:ext>
            </a:extLst>
          </p:cNvPr>
          <p:cNvSpPr>
            <a:spLocks noGrp="1"/>
          </p:cNvSpPr>
          <p:nvPr/>
        </p:nvSpPr>
        <p:spPr>
          <a:xfrm>
            <a:off x="1905000" y="4029075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FFE4E6"/>
          </a:solidFill>
          <a:ln w="9525">
            <a:solidFill>
              <a:srgbClr val="FDA4A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83" name="chip-label-P3-200-423">
            <a:extLst>
              <a:ext uri="{FF2B5EF4-FFF2-40B4-BE49-F238E27FC236}">
                <a16:creationId xmlns:a16="http://schemas.microsoft.com/office/drawing/2014/main" id="{BBF0E52E-946F-45CF-9A38-2027B82058C6}"/>
              </a:ext>
            </a:extLst>
          </p:cNvPr>
          <p:cNvSpPr>
            <a:spLocks noGrp="1"/>
          </p:cNvSpPr>
          <p:nvPr/>
        </p:nvSpPr>
        <p:spPr>
          <a:xfrm>
            <a:off x="1905000" y="404812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9F1239"/>
                </a:solidFill>
              </a:defRPr>
            </a:pPr>
            <a:r>
              <a:rPr sz="1200" b="1">
                <a:solidFill>
                  <a:srgbClr val="9F1239"/>
                </a:solidFill>
              </a:rPr>
              <a:t>P3</a:t>
            </a:r>
          </a:p>
        </p:txBody>
      </p:sp>
      <p:sp>
        <p:nvSpPr>
          <p:cNvPr id="84" name="label-Slow / High Satisfaction-84-475">
            <a:extLst>
              <a:ext uri="{FF2B5EF4-FFF2-40B4-BE49-F238E27FC236}">
                <a16:creationId xmlns:a16="http://schemas.microsoft.com/office/drawing/2014/main" id="{A7F0791E-3D06-431B-87D4-A42D719F2E55}"/>
              </a:ext>
            </a:extLst>
          </p:cNvPr>
          <p:cNvSpPr>
            <a:spLocks noGrp="1"/>
          </p:cNvSpPr>
          <p:nvPr/>
        </p:nvSpPr>
        <p:spPr>
          <a:xfrm>
            <a:off x="800100" y="4524375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9F1239"/>
                </a:solidFill>
              </a:defRPr>
            </a:pPr>
            <a:r>
              <a:rPr sz="1200">
                <a:solidFill>
                  <a:srgbClr val="9F1239"/>
                </a:solidFill>
              </a:rPr>
              <a:t>Slow / High Satisfaction</a:t>
            </a:r>
          </a:p>
        </p:txBody>
      </p:sp>
      <p:sp>
        <p:nvSpPr>
          <p:cNvPr id="85" name="chip-P25-84-501">
            <a:extLst>
              <a:ext uri="{FF2B5EF4-FFF2-40B4-BE49-F238E27FC236}">
                <a16:creationId xmlns:a16="http://schemas.microsoft.com/office/drawing/2014/main" id="{ADFB9078-9D8D-48E6-B1EE-17BD4C3927B2}"/>
              </a:ext>
            </a:extLst>
          </p:cNvPr>
          <p:cNvSpPr>
            <a:spLocks noGrp="1"/>
          </p:cNvSpPr>
          <p:nvPr/>
        </p:nvSpPr>
        <p:spPr>
          <a:xfrm>
            <a:off x="800100" y="4772025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FFE4E6"/>
          </a:solidFill>
          <a:ln w="9525">
            <a:solidFill>
              <a:srgbClr val="FDA4A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86" name="chip-label-P25-84-501">
            <a:extLst>
              <a:ext uri="{FF2B5EF4-FFF2-40B4-BE49-F238E27FC236}">
                <a16:creationId xmlns:a16="http://schemas.microsoft.com/office/drawing/2014/main" id="{747F77D8-81A1-4E5A-B185-9BD3CD637525}"/>
              </a:ext>
            </a:extLst>
          </p:cNvPr>
          <p:cNvSpPr>
            <a:spLocks noGrp="1"/>
          </p:cNvSpPr>
          <p:nvPr/>
        </p:nvSpPr>
        <p:spPr>
          <a:xfrm>
            <a:off x="800100" y="47910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9F1239"/>
                </a:solidFill>
              </a:defRPr>
            </a:pPr>
            <a:r>
              <a:rPr sz="1200" b="1">
                <a:solidFill>
                  <a:srgbClr val="9F1239"/>
                </a:solidFill>
              </a:rPr>
              <a:t>P25</a:t>
            </a:r>
          </a:p>
        </p:txBody>
      </p:sp>
      <p:sp>
        <p:nvSpPr>
          <p:cNvPr id="87" name="chip-P8-142-501">
            <a:extLst>
              <a:ext uri="{FF2B5EF4-FFF2-40B4-BE49-F238E27FC236}">
                <a16:creationId xmlns:a16="http://schemas.microsoft.com/office/drawing/2014/main" id="{342837FF-F59F-424D-8FDB-E6B6B2260438}"/>
              </a:ext>
            </a:extLst>
          </p:cNvPr>
          <p:cNvSpPr>
            <a:spLocks noGrp="1"/>
          </p:cNvSpPr>
          <p:nvPr/>
        </p:nvSpPr>
        <p:spPr>
          <a:xfrm>
            <a:off x="1352550" y="4772025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FFE4E6"/>
          </a:solidFill>
          <a:ln w="9525">
            <a:solidFill>
              <a:srgbClr val="FDA4A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88" name="chip-label-P8-142-501">
            <a:extLst>
              <a:ext uri="{FF2B5EF4-FFF2-40B4-BE49-F238E27FC236}">
                <a16:creationId xmlns:a16="http://schemas.microsoft.com/office/drawing/2014/main" id="{EF50B13A-4A3A-4923-9AB9-A4874C765C85}"/>
              </a:ext>
            </a:extLst>
          </p:cNvPr>
          <p:cNvSpPr>
            <a:spLocks noGrp="1"/>
          </p:cNvSpPr>
          <p:nvPr/>
        </p:nvSpPr>
        <p:spPr>
          <a:xfrm>
            <a:off x="1352550" y="47910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9F1239"/>
                </a:solidFill>
              </a:defRPr>
            </a:pPr>
            <a:r>
              <a:rPr sz="1200" b="1">
                <a:solidFill>
                  <a:srgbClr val="9F1239"/>
                </a:solidFill>
              </a:rPr>
              <a:t>P8</a:t>
            </a:r>
          </a:p>
        </p:txBody>
      </p:sp>
      <p:sp>
        <p:nvSpPr>
          <p:cNvPr id="89" name="chip-P40-200-501">
            <a:extLst>
              <a:ext uri="{FF2B5EF4-FFF2-40B4-BE49-F238E27FC236}">
                <a16:creationId xmlns:a16="http://schemas.microsoft.com/office/drawing/2014/main" id="{4D42D6F8-78D9-4177-87D7-7D39263792FF}"/>
              </a:ext>
            </a:extLst>
          </p:cNvPr>
          <p:cNvSpPr>
            <a:spLocks noGrp="1"/>
          </p:cNvSpPr>
          <p:nvPr/>
        </p:nvSpPr>
        <p:spPr>
          <a:xfrm>
            <a:off x="1905000" y="4772025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FFE4E6"/>
          </a:solidFill>
          <a:ln w="9525">
            <a:solidFill>
              <a:srgbClr val="FDA4A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90" name="chip-label-P40-200-501">
            <a:extLst>
              <a:ext uri="{FF2B5EF4-FFF2-40B4-BE49-F238E27FC236}">
                <a16:creationId xmlns:a16="http://schemas.microsoft.com/office/drawing/2014/main" id="{38ABDA41-81DE-4A80-8351-B1E0B76C8EBC}"/>
              </a:ext>
            </a:extLst>
          </p:cNvPr>
          <p:cNvSpPr>
            <a:spLocks noGrp="1"/>
          </p:cNvSpPr>
          <p:nvPr/>
        </p:nvSpPr>
        <p:spPr>
          <a:xfrm>
            <a:off x="1905000" y="47910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9F1239"/>
                </a:solidFill>
              </a:defRPr>
            </a:pPr>
            <a:r>
              <a:rPr sz="1200" b="1">
                <a:solidFill>
                  <a:srgbClr val="9F1239"/>
                </a:solidFill>
              </a:rPr>
              <a:t>P40</a:t>
            </a:r>
          </a:p>
        </p:txBody>
      </p:sp>
      <p:sp>
        <p:nvSpPr>
          <p:cNvPr id="91" name="mismatch-insight">
            <a:extLst>
              <a:ext uri="{FF2B5EF4-FFF2-40B4-BE49-F238E27FC236}">
                <a16:creationId xmlns:a16="http://schemas.microsoft.com/office/drawing/2014/main" id="{24729111-8385-411F-9C97-A3B951411F8E}"/>
              </a:ext>
            </a:extLst>
          </p:cNvPr>
          <p:cNvSpPr>
            <a:spLocks noGrp="1"/>
          </p:cNvSpPr>
          <p:nvPr/>
        </p:nvSpPr>
        <p:spPr>
          <a:xfrm>
            <a:off x="800100" y="5200650"/>
            <a:ext cx="2724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Interview focus: what shaped perceived satisfaction beyond task speed?</a:t>
            </a:r>
          </a:p>
        </p:txBody>
      </p:sp>
      <p:sp>
        <p:nvSpPr>
          <p:cNvPr id="92" name="expected-card">
            <a:extLst>
              <a:ext uri="{FF2B5EF4-FFF2-40B4-BE49-F238E27FC236}">
                <a16:creationId xmlns:a16="http://schemas.microsoft.com/office/drawing/2014/main" id="{E7CFD090-0776-4B36-B5C0-60FDDC8851C9}"/>
              </a:ext>
            </a:extLst>
          </p:cNvPr>
          <p:cNvSpPr>
            <a:spLocks noGrp="1"/>
          </p:cNvSpPr>
          <p:nvPr/>
        </p:nvSpPr>
        <p:spPr>
          <a:xfrm>
            <a:off x="4352925" y="3295650"/>
            <a:ext cx="7362825" cy="2428875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93" name="expected-accent">
            <a:extLst>
              <a:ext uri="{FF2B5EF4-FFF2-40B4-BE49-F238E27FC236}">
                <a16:creationId xmlns:a16="http://schemas.microsoft.com/office/drawing/2014/main" id="{268F5DF7-E97F-4259-941B-2C15BF01A54C}"/>
              </a:ext>
            </a:extLst>
          </p:cNvPr>
          <p:cNvSpPr>
            <a:spLocks noGrp="1"/>
          </p:cNvSpPr>
          <p:nvPr/>
        </p:nvSpPr>
        <p:spPr>
          <a:xfrm>
            <a:off x="4486275" y="3429000"/>
            <a:ext cx="76200" cy="2162175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expected-title">
            <a:extLst>
              <a:ext uri="{FF2B5EF4-FFF2-40B4-BE49-F238E27FC236}">
                <a16:creationId xmlns:a16="http://schemas.microsoft.com/office/drawing/2014/main" id="{F7C571B0-3FC2-4406-8828-7D688BA207C6}"/>
              </a:ext>
            </a:extLst>
          </p:cNvPr>
          <p:cNvSpPr>
            <a:spLocks noGrp="1"/>
          </p:cNvSpPr>
          <p:nvPr/>
        </p:nvSpPr>
        <p:spPr>
          <a:xfrm>
            <a:off x="4676775" y="3438525"/>
            <a:ext cx="68675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Expected Pattern</a:t>
            </a:r>
          </a:p>
        </p:txBody>
      </p:sp>
      <p:sp>
        <p:nvSpPr>
          <p:cNvPr id="95" name="expected-tint">
            <a:extLst>
              <a:ext uri="{FF2B5EF4-FFF2-40B4-BE49-F238E27FC236}">
                <a16:creationId xmlns:a16="http://schemas.microsoft.com/office/drawing/2014/main" id="{465B91D1-2365-4CFD-9526-9D50C873096F}"/>
              </a:ext>
            </a:extLst>
          </p:cNvPr>
          <p:cNvSpPr>
            <a:spLocks noGrp="1"/>
          </p:cNvSpPr>
          <p:nvPr/>
        </p:nvSpPr>
        <p:spPr>
          <a:xfrm>
            <a:off x="11182350" y="3438525"/>
            <a:ext cx="323850" cy="1143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expected-subtitle">
            <a:extLst>
              <a:ext uri="{FF2B5EF4-FFF2-40B4-BE49-F238E27FC236}">
                <a16:creationId xmlns:a16="http://schemas.microsoft.com/office/drawing/2014/main" id="{DCF77A29-F356-481D-BE57-648E8FCB8BD8}"/>
              </a:ext>
            </a:extLst>
          </p:cNvPr>
          <p:cNvSpPr>
            <a:spLocks noGrp="1"/>
          </p:cNvSpPr>
          <p:nvPr/>
        </p:nvSpPr>
        <p:spPr>
          <a:xfrm>
            <a:off x="4676775" y="36576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47857"/>
                </a:solidFill>
              </a:defRPr>
            </a:pPr>
            <a:r>
              <a:rPr sz="1275" dirty="0">
                <a:solidFill>
                  <a:srgbClr val="047857"/>
                </a:solidFill>
              </a:rPr>
              <a:t>B Preferred + B Faster</a:t>
            </a:r>
          </a:p>
        </p:txBody>
      </p:sp>
      <p:sp>
        <p:nvSpPr>
          <p:cNvPr id="97" name="chip-P1-491-414">
            <a:extLst>
              <a:ext uri="{FF2B5EF4-FFF2-40B4-BE49-F238E27FC236}">
                <a16:creationId xmlns:a16="http://schemas.microsoft.com/office/drawing/2014/main" id="{784B243D-E6AB-4003-96E0-962148672A7C}"/>
              </a:ext>
            </a:extLst>
          </p:cNvPr>
          <p:cNvSpPr>
            <a:spLocks noGrp="1"/>
          </p:cNvSpPr>
          <p:nvPr/>
        </p:nvSpPr>
        <p:spPr>
          <a:xfrm>
            <a:off x="4676775" y="3943350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98" name="chip-label-P1-491-414">
            <a:extLst>
              <a:ext uri="{FF2B5EF4-FFF2-40B4-BE49-F238E27FC236}">
                <a16:creationId xmlns:a16="http://schemas.microsoft.com/office/drawing/2014/main" id="{508EAF79-78F9-4829-B0B8-BE6B2772C7B6}"/>
              </a:ext>
            </a:extLst>
          </p:cNvPr>
          <p:cNvSpPr>
            <a:spLocks noGrp="1"/>
          </p:cNvSpPr>
          <p:nvPr/>
        </p:nvSpPr>
        <p:spPr>
          <a:xfrm>
            <a:off x="4676775" y="39624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rPr sz="1200" b="1">
                <a:solidFill>
                  <a:srgbClr val="065F46"/>
                </a:solidFill>
              </a:rPr>
              <a:t>P1</a:t>
            </a:r>
          </a:p>
        </p:txBody>
      </p:sp>
      <p:sp>
        <p:nvSpPr>
          <p:cNvPr id="99" name="chip-P2-552-414">
            <a:extLst>
              <a:ext uri="{FF2B5EF4-FFF2-40B4-BE49-F238E27FC236}">
                <a16:creationId xmlns:a16="http://schemas.microsoft.com/office/drawing/2014/main" id="{2DD6A084-2B29-4674-B645-C23119BF4808}"/>
              </a:ext>
            </a:extLst>
          </p:cNvPr>
          <p:cNvSpPr>
            <a:spLocks noGrp="1"/>
          </p:cNvSpPr>
          <p:nvPr/>
        </p:nvSpPr>
        <p:spPr>
          <a:xfrm>
            <a:off x="5257800" y="3943350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00" name="chip-label-P2-552-414">
            <a:extLst>
              <a:ext uri="{FF2B5EF4-FFF2-40B4-BE49-F238E27FC236}">
                <a16:creationId xmlns:a16="http://schemas.microsoft.com/office/drawing/2014/main" id="{D52EBB16-C924-4E31-805F-A8ABC85A0272}"/>
              </a:ext>
            </a:extLst>
          </p:cNvPr>
          <p:cNvSpPr>
            <a:spLocks noGrp="1"/>
          </p:cNvSpPr>
          <p:nvPr/>
        </p:nvSpPr>
        <p:spPr>
          <a:xfrm>
            <a:off x="5257800" y="39624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rPr sz="1200" b="1">
                <a:solidFill>
                  <a:srgbClr val="065F46"/>
                </a:solidFill>
              </a:rPr>
              <a:t>P2</a:t>
            </a:r>
          </a:p>
        </p:txBody>
      </p:sp>
      <p:sp>
        <p:nvSpPr>
          <p:cNvPr id="101" name="chip-P3-613-414">
            <a:extLst>
              <a:ext uri="{FF2B5EF4-FFF2-40B4-BE49-F238E27FC236}">
                <a16:creationId xmlns:a16="http://schemas.microsoft.com/office/drawing/2014/main" id="{F4585B23-9656-4EBF-8D77-7D35F62B41A1}"/>
              </a:ext>
            </a:extLst>
          </p:cNvPr>
          <p:cNvSpPr>
            <a:spLocks noGrp="1"/>
          </p:cNvSpPr>
          <p:nvPr/>
        </p:nvSpPr>
        <p:spPr>
          <a:xfrm>
            <a:off x="5838825" y="3943350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02" name="chip-label-P3-613-414">
            <a:extLst>
              <a:ext uri="{FF2B5EF4-FFF2-40B4-BE49-F238E27FC236}">
                <a16:creationId xmlns:a16="http://schemas.microsoft.com/office/drawing/2014/main" id="{EB34FCAA-1624-4A52-8584-E314B45F4FE7}"/>
              </a:ext>
            </a:extLst>
          </p:cNvPr>
          <p:cNvSpPr>
            <a:spLocks noGrp="1"/>
          </p:cNvSpPr>
          <p:nvPr/>
        </p:nvSpPr>
        <p:spPr>
          <a:xfrm>
            <a:off x="5838825" y="39624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rPr sz="1200" b="1">
                <a:solidFill>
                  <a:srgbClr val="065F46"/>
                </a:solidFill>
              </a:rPr>
              <a:t>P3</a:t>
            </a:r>
          </a:p>
        </p:txBody>
      </p:sp>
      <p:sp>
        <p:nvSpPr>
          <p:cNvPr id="103" name="chip-P4-674-414">
            <a:extLst>
              <a:ext uri="{FF2B5EF4-FFF2-40B4-BE49-F238E27FC236}">
                <a16:creationId xmlns:a16="http://schemas.microsoft.com/office/drawing/2014/main" id="{9F34425F-D1B5-4822-8369-6C40EE521C51}"/>
              </a:ext>
            </a:extLst>
          </p:cNvPr>
          <p:cNvSpPr>
            <a:spLocks noGrp="1"/>
          </p:cNvSpPr>
          <p:nvPr/>
        </p:nvSpPr>
        <p:spPr>
          <a:xfrm>
            <a:off x="6419850" y="3943350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04" name="chip-label-P4-674-414">
            <a:extLst>
              <a:ext uri="{FF2B5EF4-FFF2-40B4-BE49-F238E27FC236}">
                <a16:creationId xmlns:a16="http://schemas.microsoft.com/office/drawing/2014/main" id="{613E265E-A0B8-43BB-8062-168323D3015A}"/>
              </a:ext>
            </a:extLst>
          </p:cNvPr>
          <p:cNvSpPr>
            <a:spLocks noGrp="1"/>
          </p:cNvSpPr>
          <p:nvPr/>
        </p:nvSpPr>
        <p:spPr>
          <a:xfrm>
            <a:off x="6419850" y="39624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rPr sz="1200" b="1">
                <a:solidFill>
                  <a:srgbClr val="065F46"/>
                </a:solidFill>
              </a:rPr>
              <a:t>P4</a:t>
            </a:r>
          </a:p>
        </p:txBody>
      </p:sp>
      <p:sp>
        <p:nvSpPr>
          <p:cNvPr id="105" name="chip-P5-735-414">
            <a:extLst>
              <a:ext uri="{FF2B5EF4-FFF2-40B4-BE49-F238E27FC236}">
                <a16:creationId xmlns:a16="http://schemas.microsoft.com/office/drawing/2014/main" id="{6D6FF363-A102-49AF-ADF0-6A0228C07673}"/>
              </a:ext>
            </a:extLst>
          </p:cNvPr>
          <p:cNvSpPr>
            <a:spLocks noGrp="1"/>
          </p:cNvSpPr>
          <p:nvPr/>
        </p:nvSpPr>
        <p:spPr>
          <a:xfrm>
            <a:off x="7000875" y="3943350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06" name="chip-label-P5-735-414">
            <a:extLst>
              <a:ext uri="{FF2B5EF4-FFF2-40B4-BE49-F238E27FC236}">
                <a16:creationId xmlns:a16="http://schemas.microsoft.com/office/drawing/2014/main" id="{6AB66A9F-208B-4879-B188-E598793E9EA9}"/>
              </a:ext>
            </a:extLst>
          </p:cNvPr>
          <p:cNvSpPr>
            <a:spLocks noGrp="1"/>
          </p:cNvSpPr>
          <p:nvPr/>
        </p:nvSpPr>
        <p:spPr>
          <a:xfrm>
            <a:off x="7000875" y="39624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rPr sz="1200" b="1">
                <a:solidFill>
                  <a:srgbClr val="065F46"/>
                </a:solidFill>
              </a:rPr>
              <a:t>P5</a:t>
            </a:r>
          </a:p>
        </p:txBody>
      </p:sp>
      <p:sp>
        <p:nvSpPr>
          <p:cNvPr id="107" name="chip-P6-796-414">
            <a:extLst>
              <a:ext uri="{FF2B5EF4-FFF2-40B4-BE49-F238E27FC236}">
                <a16:creationId xmlns:a16="http://schemas.microsoft.com/office/drawing/2014/main" id="{FC5BD22A-4D1E-4425-B38D-DFEBEF216473}"/>
              </a:ext>
            </a:extLst>
          </p:cNvPr>
          <p:cNvSpPr>
            <a:spLocks noGrp="1"/>
          </p:cNvSpPr>
          <p:nvPr/>
        </p:nvSpPr>
        <p:spPr>
          <a:xfrm>
            <a:off x="7581900" y="3943350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08" name="chip-label-P6-796-414">
            <a:extLst>
              <a:ext uri="{FF2B5EF4-FFF2-40B4-BE49-F238E27FC236}">
                <a16:creationId xmlns:a16="http://schemas.microsoft.com/office/drawing/2014/main" id="{7A999075-4ED7-4A42-A009-7542DB4C65A3}"/>
              </a:ext>
            </a:extLst>
          </p:cNvPr>
          <p:cNvSpPr>
            <a:spLocks noGrp="1"/>
          </p:cNvSpPr>
          <p:nvPr/>
        </p:nvSpPr>
        <p:spPr>
          <a:xfrm>
            <a:off x="7581900" y="39624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rPr sz="1200" b="1">
                <a:solidFill>
                  <a:srgbClr val="065F46"/>
                </a:solidFill>
              </a:rPr>
              <a:t>P6</a:t>
            </a:r>
          </a:p>
        </p:txBody>
      </p:sp>
      <p:sp>
        <p:nvSpPr>
          <p:cNvPr id="109" name="chip-P7-857-414">
            <a:extLst>
              <a:ext uri="{FF2B5EF4-FFF2-40B4-BE49-F238E27FC236}">
                <a16:creationId xmlns:a16="http://schemas.microsoft.com/office/drawing/2014/main" id="{0673EF66-5DCF-4E3C-88F9-4BAAEA0C7CB3}"/>
              </a:ext>
            </a:extLst>
          </p:cNvPr>
          <p:cNvSpPr>
            <a:spLocks noGrp="1"/>
          </p:cNvSpPr>
          <p:nvPr/>
        </p:nvSpPr>
        <p:spPr>
          <a:xfrm>
            <a:off x="8162925" y="3943350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10" name="chip-label-P7-857-414">
            <a:extLst>
              <a:ext uri="{FF2B5EF4-FFF2-40B4-BE49-F238E27FC236}">
                <a16:creationId xmlns:a16="http://schemas.microsoft.com/office/drawing/2014/main" id="{AD986F01-F578-40A3-BB09-83FDC10A3ADA}"/>
              </a:ext>
            </a:extLst>
          </p:cNvPr>
          <p:cNvSpPr>
            <a:spLocks noGrp="1"/>
          </p:cNvSpPr>
          <p:nvPr/>
        </p:nvSpPr>
        <p:spPr>
          <a:xfrm>
            <a:off x="8162925" y="39624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rPr sz="1200" b="1">
                <a:solidFill>
                  <a:srgbClr val="065F46"/>
                </a:solidFill>
              </a:rPr>
              <a:t>P7</a:t>
            </a:r>
          </a:p>
        </p:txBody>
      </p:sp>
      <p:sp>
        <p:nvSpPr>
          <p:cNvPr id="111" name="chip-P8-918-414">
            <a:extLst>
              <a:ext uri="{FF2B5EF4-FFF2-40B4-BE49-F238E27FC236}">
                <a16:creationId xmlns:a16="http://schemas.microsoft.com/office/drawing/2014/main" id="{80505D41-F914-47B9-A2E9-0508F24155D0}"/>
              </a:ext>
            </a:extLst>
          </p:cNvPr>
          <p:cNvSpPr>
            <a:spLocks noGrp="1"/>
          </p:cNvSpPr>
          <p:nvPr/>
        </p:nvSpPr>
        <p:spPr>
          <a:xfrm>
            <a:off x="8743950" y="3943350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12" name="chip-label-P8-918-414">
            <a:extLst>
              <a:ext uri="{FF2B5EF4-FFF2-40B4-BE49-F238E27FC236}">
                <a16:creationId xmlns:a16="http://schemas.microsoft.com/office/drawing/2014/main" id="{59C70984-5CE5-40AB-9216-484439FF6B11}"/>
              </a:ext>
            </a:extLst>
          </p:cNvPr>
          <p:cNvSpPr>
            <a:spLocks noGrp="1"/>
          </p:cNvSpPr>
          <p:nvPr/>
        </p:nvSpPr>
        <p:spPr>
          <a:xfrm>
            <a:off x="8743950" y="39624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rPr sz="1200" b="1">
                <a:solidFill>
                  <a:srgbClr val="065F46"/>
                </a:solidFill>
              </a:rPr>
              <a:t>P8</a:t>
            </a:r>
          </a:p>
        </p:txBody>
      </p:sp>
      <p:sp>
        <p:nvSpPr>
          <p:cNvPr id="113" name="chip-P9-979-414">
            <a:extLst>
              <a:ext uri="{FF2B5EF4-FFF2-40B4-BE49-F238E27FC236}">
                <a16:creationId xmlns:a16="http://schemas.microsoft.com/office/drawing/2014/main" id="{37098C37-A83F-4A54-9AFE-EDAFC349FA85}"/>
              </a:ext>
            </a:extLst>
          </p:cNvPr>
          <p:cNvSpPr>
            <a:spLocks noGrp="1"/>
          </p:cNvSpPr>
          <p:nvPr/>
        </p:nvSpPr>
        <p:spPr>
          <a:xfrm>
            <a:off x="9324975" y="3943350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14" name="chip-label-P9-979-414">
            <a:extLst>
              <a:ext uri="{FF2B5EF4-FFF2-40B4-BE49-F238E27FC236}">
                <a16:creationId xmlns:a16="http://schemas.microsoft.com/office/drawing/2014/main" id="{B6E7FCF0-753B-4044-8774-C536F2BD0B2B}"/>
              </a:ext>
            </a:extLst>
          </p:cNvPr>
          <p:cNvSpPr>
            <a:spLocks noGrp="1"/>
          </p:cNvSpPr>
          <p:nvPr/>
        </p:nvSpPr>
        <p:spPr>
          <a:xfrm>
            <a:off x="9324975" y="39624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rPr sz="1200" b="1">
                <a:solidFill>
                  <a:srgbClr val="065F46"/>
                </a:solidFill>
              </a:rPr>
              <a:t>P9</a:t>
            </a:r>
          </a:p>
        </p:txBody>
      </p:sp>
      <p:sp>
        <p:nvSpPr>
          <p:cNvPr id="115" name="chip-P10-1040-414">
            <a:extLst>
              <a:ext uri="{FF2B5EF4-FFF2-40B4-BE49-F238E27FC236}">
                <a16:creationId xmlns:a16="http://schemas.microsoft.com/office/drawing/2014/main" id="{23FBBD6F-884F-4EEF-9924-99967C6F5809}"/>
              </a:ext>
            </a:extLst>
          </p:cNvPr>
          <p:cNvSpPr>
            <a:spLocks noGrp="1"/>
          </p:cNvSpPr>
          <p:nvPr/>
        </p:nvSpPr>
        <p:spPr>
          <a:xfrm>
            <a:off x="9906000" y="3943350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16" name="chip-label-P10-1040-414">
            <a:extLst>
              <a:ext uri="{FF2B5EF4-FFF2-40B4-BE49-F238E27FC236}">
                <a16:creationId xmlns:a16="http://schemas.microsoft.com/office/drawing/2014/main" id="{920ED05B-6B8C-4FC1-9225-2F16D2A943C5}"/>
              </a:ext>
            </a:extLst>
          </p:cNvPr>
          <p:cNvSpPr>
            <a:spLocks noGrp="1"/>
          </p:cNvSpPr>
          <p:nvPr/>
        </p:nvSpPr>
        <p:spPr>
          <a:xfrm>
            <a:off x="9906000" y="39624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rPr sz="1200" b="1">
                <a:solidFill>
                  <a:srgbClr val="065F46"/>
                </a:solidFill>
              </a:rPr>
              <a:t>P10</a:t>
            </a:r>
          </a:p>
        </p:txBody>
      </p:sp>
      <p:sp>
        <p:nvSpPr>
          <p:cNvPr id="117" name="chip-P11-491-449">
            <a:extLst>
              <a:ext uri="{FF2B5EF4-FFF2-40B4-BE49-F238E27FC236}">
                <a16:creationId xmlns:a16="http://schemas.microsoft.com/office/drawing/2014/main" id="{77B8192E-3A86-441B-BFDB-76EDF5217B9F}"/>
              </a:ext>
            </a:extLst>
          </p:cNvPr>
          <p:cNvSpPr>
            <a:spLocks noGrp="1"/>
          </p:cNvSpPr>
          <p:nvPr/>
        </p:nvSpPr>
        <p:spPr>
          <a:xfrm>
            <a:off x="4676775" y="4276725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18" name="chip-label-P11-491-449">
            <a:extLst>
              <a:ext uri="{FF2B5EF4-FFF2-40B4-BE49-F238E27FC236}">
                <a16:creationId xmlns:a16="http://schemas.microsoft.com/office/drawing/2014/main" id="{4B116920-877C-4E1C-B03A-BFA5116D6092}"/>
              </a:ext>
            </a:extLst>
          </p:cNvPr>
          <p:cNvSpPr>
            <a:spLocks noGrp="1"/>
          </p:cNvSpPr>
          <p:nvPr/>
        </p:nvSpPr>
        <p:spPr>
          <a:xfrm>
            <a:off x="4676775" y="42957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rPr sz="1200" b="1">
                <a:solidFill>
                  <a:srgbClr val="065F46"/>
                </a:solidFill>
              </a:rPr>
              <a:t>P11</a:t>
            </a:r>
          </a:p>
        </p:txBody>
      </p:sp>
      <p:sp>
        <p:nvSpPr>
          <p:cNvPr id="119" name="chip-P12-552-449">
            <a:extLst>
              <a:ext uri="{FF2B5EF4-FFF2-40B4-BE49-F238E27FC236}">
                <a16:creationId xmlns:a16="http://schemas.microsoft.com/office/drawing/2014/main" id="{2500E396-7554-4F2A-B2DF-6FFE300F3627}"/>
              </a:ext>
            </a:extLst>
          </p:cNvPr>
          <p:cNvSpPr>
            <a:spLocks noGrp="1"/>
          </p:cNvSpPr>
          <p:nvPr/>
        </p:nvSpPr>
        <p:spPr>
          <a:xfrm>
            <a:off x="5257800" y="4276725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20" name="chip-label-P12-552-449">
            <a:extLst>
              <a:ext uri="{FF2B5EF4-FFF2-40B4-BE49-F238E27FC236}">
                <a16:creationId xmlns:a16="http://schemas.microsoft.com/office/drawing/2014/main" id="{BA7192D3-1F79-4265-9C2C-2F32A714EC8A}"/>
              </a:ext>
            </a:extLst>
          </p:cNvPr>
          <p:cNvSpPr>
            <a:spLocks noGrp="1"/>
          </p:cNvSpPr>
          <p:nvPr/>
        </p:nvSpPr>
        <p:spPr>
          <a:xfrm>
            <a:off x="5257800" y="42957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rPr sz="1200" b="1">
                <a:solidFill>
                  <a:srgbClr val="065F46"/>
                </a:solidFill>
              </a:rPr>
              <a:t>P12</a:t>
            </a:r>
          </a:p>
        </p:txBody>
      </p:sp>
      <p:sp>
        <p:nvSpPr>
          <p:cNvPr id="121" name="chip-P13-613-449">
            <a:extLst>
              <a:ext uri="{FF2B5EF4-FFF2-40B4-BE49-F238E27FC236}">
                <a16:creationId xmlns:a16="http://schemas.microsoft.com/office/drawing/2014/main" id="{7B37BC66-8C93-47B0-B24D-A0F4D365860E}"/>
              </a:ext>
            </a:extLst>
          </p:cNvPr>
          <p:cNvSpPr>
            <a:spLocks noGrp="1"/>
          </p:cNvSpPr>
          <p:nvPr/>
        </p:nvSpPr>
        <p:spPr>
          <a:xfrm>
            <a:off x="5838825" y="4276725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22" name="chip-label-P13-613-449">
            <a:extLst>
              <a:ext uri="{FF2B5EF4-FFF2-40B4-BE49-F238E27FC236}">
                <a16:creationId xmlns:a16="http://schemas.microsoft.com/office/drawing/2014/main" id="{B2AD61F3-C0BD-43D2-AE9C-6F9001E74CF9}"/>
              </a:ext>
            </a:extLst>
          </p:cNvPr>
          <p:cNvSpPr>
            <a:spLocks noGrp="1"/>
          </p:cNvSpPr>
          <p:nvPr/>
        </p:nvSpPr>
        <p:spPr>
          <a:xfrm>
            <a:off x="5838825" y="42957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rPr sz="1200" b="1">
                <a:solidFill>
                  <a:srgbClr val="065F46"/>
                </a:solidFill>
              </a:rPr>
              <a:t>P13</a:t>
            </a:r>
          </a:p>
        </p:txBody>
      </p:sp>
      <p:sp>
        <p:nvSpPr>
          <p:cNvPr id="123" name="chip-P15-674-449">
            <a:extLst>
              <a:ext uri="{FF2B5EF4-FFF2-40B4-BE49-F238E27FC236}">
                <a16:creationId xmlns:a16="http://schemas.microsoft.com/office/drawing/2014/main" id="{9E62B3B7-4D3F-4232-B6EC-07A802D2AD12}"/>
              </a:ext>
            </a:extLst>
          </p:cNvPr>
          <p:cNvSpPr>
            <a:spLocks noGrp="1"/>
          </p:cNvSpPr>
          <p:nvPr/>
        </p:nvSpPr>
        <p:spPr>
          <a:xfrm>
            <a:off x="6419850" y="4276725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24" name="chip-label-P15-674-449">
            <a:extLst>
              <a:ext uri="{FF2B5EF4-FFF2-40B4-BE49-F238E27FC236}">
                <a16:creationId xmlns:a16="http://schemas.microsoft.com/office/drawing/2014/main" id="{0802B2B0-779C-46CA-BF60-0357630A1223}"/>
              </a:ext>
            </a:extLst>
          </p:cNvPr>
          <p:cNvSpPr>
            <a:spLocks noGrp="1"/>
          </p:cNvSpPr>
          <p:nvPr/>
        </p:nvSpPr>
        <p:spPr>
          <a:xfrm>
            <a:off x="6419850" y="42957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rPr sz="1200" b="1">
                <a:solidFill>
                  <a:srgbClr val="065F46"/>
                </a:solidFill>
              </a:rPr>
              <a:t>P15</a:t>
            </a:r>
          </a:p>
        </p:txBody>
      </p:sp>
      <p:sp>
        <p:nvSpPr>
          <p:cNvPr id="125" name="chip-P16-735-449">
            <a:extLst>
              <a:ext uri="{FF2B5EF4-FFF2-40B4-BE49-F238E27FC236}">
                <a16:creationId xmlns:a16="http://schemas.microsoft.com/office/drawing/2014/main" id="{0A6D0C9B-7903-44BC-8A15-FEB5C176809C}"/>
              </a:ext>
            </a:extLst>
          </p:cNvPr>
          <p:cNvSpPr>
            <a:spLocks noGrp="1"/>
          </p:cNvSpPr>
          <p:nvPr/>
        </p:nvSpPr>
        <p:spPr>
          <a:xfrm>
            <a:off x="7000875" y="4276725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26" name="chip-label-P16-735-449">
            <a:extLst>
              <a:ext uri="{FF2B5EF4-FFF2-40B4-BE49-F238E27FC236}">
                <a16:creationId xmlns:a16="http://schemas.microsoft.com/office/drawing/2014/main" id="{B3757744-6E49-4C92-833C-43200A1AF741}"/>
              </a:ext>
            </a:extLst>
          </p:cNvPr>
          <p:cNvSpPr>
            <a:spLocks noGrp="1"/>
          </p:cNvSpPr>
          <p:nvPr/>
        </p:nvSpPr>
        <p:spPr>
          <a:xfrm>
            <a:off x="7000875" y="42957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rPr sz="1200" b="1">
                <a:solidFill>
                  <a:srgbClr val="065F46"/>
                </a:solidFill>
              </a:rPr>
              <a:t>P16</a:t>
            </a:r>
          </a:p>
        </p:txBody>
      </p:sp>
      <p:sp>
        <p:nvSpPr>
          <p:cNvPr id="127" name="chip-P17-796-449">
            <a:extLst>
              <a:ext uri="{FF2B5EF4-FFF2-40B4-BE49-F238E27FC236}">
                <a16:creationId xmlns:a16="http://schemas.microsoft.com/office/drawing/2014/main" id="{04C1C4C7-CF68-4DE5-9BF9-2EFEA161511F}"/>
              </a:ext>
            </a:extLst>
          </p:cNvPr>
          <p:cNvSpPr>
            <a:spLocks noGrp="1"/>
          </p:cNvSpPr>
          <p:nvPr/>
        </p:nvSpPr>
        <p:spPr>
          <a:xfrm>
            <a:off x="7581900" y="4276725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28" name="chip-label-P17-796-449">
            <a:extLst>
              <a:ext uri="{FF2B5EF4-FFF2-40B4-BE49-F238E27FC236}">
                <a16:creationId xmlns:a16="http://schemas.microsoft.com/office/drawing/2014/main" id="{8DD85732-65A1-4719-A3B2-682EB20579F5}"/>
              </a:ext>
            </a:extLst>
          </p:cNvPr>
          <p:cNvSpPr>
            <a:spLocks noGrp="1"/>
          </p:cNvSpPr>
          <p:nvPr/>
        </p:nvSpPr>
        <p:spPr>
          <a:xfrm>
            <a:off x="7581900" y="42957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rPr sz="1200" b="1">
                <a:solidFill>
                  <a:srgbClr val="065F46"/>
                </a:solidFill>
              </a:rPr>
              <a:t>P17</a:t>
            </a:r>
          </a:p>
        </p:txBody>
      </p:sp>
      <p:sp>
        <p:nvSpPr>
          <p:cNvPr id="129" name="chip-P18-857-449">
            <a:extLst>
              <a:ext uri="{FF2B5EF4-FFF2-40B4-BE49-F238E27FC236}">
                <a16:creationId xmlns:a16="http://schemas.microsoft.com/office/drawing/2014/main" id="{002ADE04-5046-4325-B75A-049114A12233}"/>
              </a:ext>
            </a:extLst>
          </p:cNvPr>
          <p:cNvSpPr>
            <a:spLocks noGrp="1"/>
          </p:cNvSpPr>
          <p:nvPr/>
        </p:nvSpPr>
        <p:spPr>
          <a:xfrm>
            <a:off x="8162925" y="4276725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30" name="chip-label-P18-857-449">
            <a:extLst>
              <a:ext uri="{FF2B5EF4-FFF2-40B4-BE49-F238E27FC236}">
                <a16:creationId xmlns:a16="http://schemas.microsoft.com/office/drawing/2014/main" id="{0C6A093A-B9EF-4739-AC3B-D66C89387CB2}"/>
              </a:ext>
            </a:extLst>
          </p:cNvPr>
          <p:cNvSpPr>
            <a:spLocks noGrp="1"/>
          </p:cNvSpPr>
          <p:nvPr/>
        </p:nvSpPr>
        <p:spPr>
          <a:xfrm>
            <a:off x="8162925" y="42957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rPr sz="1200" b="1">
                <a:solidFill>
                  <a:srgbClr val="065F46"/>
                </a:solidFill>
              </a:rPr>
              <a:t>P18</a:t>
            </a:r>
          </a:p>
        </p:txBody>
      </p:sp>
      <p:sp>
        <p:nvSpPr>
          <p:cNvPr id="131" name="chip-P19-918-449">
            <a:extLst>
              <a:ext uri="{FF2B5EF4-FFF2-40B4-BE49-F238E27FC236}">
                <a16:creationId xmlns:a16="http://schemas.microsoft.com/office/drawing/2014/main" id="{34FB63EC-EC15-4262-96E5-343F27675224}"/>
              </a:ext>
            </a:extLst>
          </p:cNvPr>
          <p:cNvSpPr>
            <a:spLocks noGrp="1"/>
          </p:cNvSpPr>
          <p:nvPr/>
        </p:nvSpPr>
        <p:spPr>
          <a:xfrm>
            <a:off x="8743950" y="4276725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32" name="chip-label-P19-918-449">
            <a:extLst>
              <a:ext uri="{FF2B5EF4-FFF2-40B4-BE49-F238E27FC236}">
                <a16:creationId xmlns:a16="http://schemas.microsoft.com/office/drawing/2014/main" id="{DAE199FC-EB81-42A9-804D-893F97D061E7}"/>
              </a:ext>
            </a:extLst>
          </p:cNvPr>
          <p:cNvSpPr>
            <a:spLocks noGrp="1"/>
          </p:cNvSpPr>
          <p:nvPr/>
        </p:nvSpPr>
        <p:spPr>
          <a:xfrm>
            <a:off x="8743950" y="42957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rPr sz="1200" b="1">
                <a:solidFill>
                  <a:srgbClr val="065F46"/>
                </a:solidFill>
              </a:rPr>
              <a:t>P19</a:t>
            </a:r>
          </a:p>
        </p:txBody>
      </p:sp>
      <p:sp>
        <p:nvSpPr>
          <p:cNvPr id="133" name="chip-P21-979-449">
            <a:extLst>
              <a:ext uri="{FF2B5EF4-FFF2-40B4-BE49-F238E27FC236}">
                <a16:creationId xmlns:a16="http://schemas.microsoft.com/office/drawing/2014/main" id="{A7F45D33-52EC-49B0-ADB3-9A6CA4F25C17}"/>
              </a:ext>
            </a:extLst>
          </p:cNvPr>
          <p:cNvSpPr>
            <a:spLocks noGrp="1"/>
          </p:cNvSpPr>
          <p:nvPr/>
        </p:nvSpPr>
        <p:spPr>
          <a:xfrm>
            <a:off x="9324975" y="4276725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34" name="chip-label-P21-979-449">
            <a:extLst>
              <a:ext uri="{FF2B5EF4-FFF2-40B4-BE49-F238E27FC236}">
                <a16:creationId xmlns:a16="http://schemas.microsoft.com/office/drawing/2014/main" id="{8DC5BAEE-CFBF-45C0-87FD-10EFDB0C9868}"/>
              </a:ext>
            </a:extLst>
          </p:cNvPr>
          <p:cNvSpPr>
            <a:spLocks noGrp="1"/>
          </p:cNvSpPr>
          <p:nvPr/>
        </p:nvSpPr>
        <p:spPr>
          <a:xfrm>
            <a:off x="9324975" y="42957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rPr sz="1200" b="1">
                <a:solidFill>
                  <a:srgbClr val="065F46"/>
                </a:solidFill>
              </a:rPr>
              <a:t>P21</a:t>
            </a:r>
          </a:p>
        </p:txBody>
      </p:sp>
      <p:sp>
        <p:nvSpPr>
          <p:cNvPr id="135" name="chip-P22-1040-449">
            <a:extLst>
              <a:ext uri="{FF2B5EF4-FFF2-40B4-BE49-F238E27FC236}">
                <a16:creationId xmlns:a16="http://schemas.microsoft.com/office/drawing/2014/main" id="{7AAB0C39-9DA0-4FD7-BAC6-9444C5C66DD9}"/>
              </a:ext>
            </a:extLst>
          </p:cNvPr>
          <p:cNvSpPr>
            <a:spLocks noGrp="1"/>
          </p:cNvSpPr>
          <p:nvPr/>
        </p:nvSpPr>
        <p:spPr>
          <a:xfrm>
            <a:off x="9906000" y="4276725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36" name="chip-label-P22-1040-449">
            <a:extLst>
              <a:ext uri="{FF2B5EF4-FFF2-40B4-BE49-F238E27FC236}">
                <a16:creationId xmlns:a16="http://schemas.microsoft.com/office/drawing/2014/main" id="{FAD7E373-830D-496C-B1E7-3B33F3471C51}"/>
              </a:ext>
            </a:extLst>
          </p:cNvPr>
          <p:cNvSpPr>
            <a:spLocks noGrp="1"/>
          </p:cNvSpPr>
          <p:nvPr/>
        </p:nvSpPr>
        <p:spPr>
          <a:xfrm>
            <a:off x="9906000" y="42957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rPr sz="1200" b="1">
                <a:solidFill>
                  <a:srgbClr val="065F46"/>
                </a:solidFill>
              </a:rPr>
              <a:t>P22</a:t>
            </a:r>
          </a:p>
        </p:txBody>
      </p:sp>
      <p:sp>
        <p:nvSpPr>
          <p:cNvPr id="137" name="chip-P23-491-484">
            <a:extLst>
              <a:ext uri="{FF2B5EF4-FFF2-40B4-BE49-F238E27FC236}">
                <a16:creationId xmlns:a16="http://schemas.microsoft.com/office/drawing/2014/main" id="{025211CF-21E7-4B3C-8CC2-98495E70A0DE}"/>
              </a:ext>
            </a:extLst>
          </p:cNvPr>
          <p:cNvSpPr>
            <a:spLocks noGrp="1"/>
          </p:cNvSpPr>
          <p:nvPr/>
        </p:nvSpPr>
        <p:spPr>
          <a:xfrm>
            <a:off x="4676775" y="4610100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38" name="chip-label-P23-491-484">
            <a:extLst>
              <a:ext uri="{FF2B5EF4-FFF2-40B4-BE49-F238E27FC236}">
                <a16:creationId xmlns:a16="http://schemas.microsoft.com/office/drawing/2014/main" id="{8CF67738-7FCC-4FB8-AF6F-740221789DE2}"/>
              </a:ext>
            </a:extLst>
          </p:cNvPr>
          <p:cNvSpPr>
            <a:spLocks noGrp="1"/>
          </p:cNvSpPr>
          <p:nvPr/>
        </p:nvSpPr>
        <p:spPr>
          <a:xfrm>
            <a:off x="4676775" y="462915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rPr sz="1200" b="1">
                <a:solidFill>
                  <a:srgbClr val="065F46"/>
                </a:solidFill>
              </a:rPr>
              <a:t>P23</a:t>
            </a:r>
          </a:p>
        </p:txBody>
      </p:sp>
      <p:sp>
        <p:nvSpPr>
          <p:cNvPr id="139" name="chip-P24-552-484">
            <a:extLst>
              <a:ext uri="{FF2B5EF4-FFF2-40B4-BE49-F238E27FC236}">
                <a16:creationId xmlns:a16="http://schemas.microsoft.com/office/drawing/2014/main" id="{DB0EB3F2-D1BF-41BB-821F-1C3A328B527B}"/>
              </a:ext>
            </a:extLst>
          </p:cNvPr>
          <p:cNvSpPr>
            <a:spLocks noGrp="1"/>
          </p:cNvSpPr>
          <p:nvPr/>
        </p:nvSpPr>
        <p:spPr>
          <a:xfrm>
            <a:off x="5257800" y="4610100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40" name="chip-label-P24-552-484">
            <a:extLst>
              <a:ext uri="{FF2B5EF4-FFF2-40B4-BE49-F238E27FC236}">
                <a16:creationId xmlns:a16="http://schemas.microsoft.com/office/drawing/2014/main" id="{81B0840F-A754-4074-BA21-D593560B1FAF}"/>
              </a:ext>
            </a:extLst>
          </p:cNvPr>
          <p:cNvSpPr>
            <a:spLocks noGrp="1"/>
          </p:cNvSpPr>
          <p:nvPr/>
        </p:nvSpPr>
        <p:spPr>
          <a:xfrm>
            <a:off x="5257800" y="462915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rPr sz="1200" b="1">
                <a:solidFill>
                  <a:srgbClr val="065F46"/>
                </a:solidFill>
              </a:rPr>
              <a:t>P24</a:t>
            </a:r>
          </a:p>
        </p:txBody>
      </p:sp>
      <p:sp>
        <p:nvSpPr>
          <p:cNvPr id="141" name="chip-P25-613-484">
            <a:extLst>
              <a:ext uri="{FF2B5EF4-FFF2-40B4-BE49-F238E27FC236}">
                <a16:creationId xmlns:a16="http://schemas.microsoft.com/office/drawing/2014/main" id="{69C89FB0-366C-489D-8C0B-E509B486946F}"/>
              </a:ext>
            </a:extLst>
          </p:cNvPr>
          <p:cNvSpPr>
            <a:spLocks noGrp="1"/>
          </p:cNvSpPr>
          <p:nvPr/>
        </p:nvSpPr>
        <p:spPr>
          <a:xfrm>
            <a:off x="5838825" y="4610100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42" name="chip-label-P25-613-484">
            <a:extLst>
              <a:ext uri="{FF2B5EF4-FFF2-40B4-BE49-F238E27FC236}">
                <a16:creationId xmlns:a16="http://schemas.microsoft.com/office/drawing/2014/main" id="{CC210C9C-8E63-46B0-90BE-A87B3A32E7E5}"/>
              </a:ext>
            </a:extLst>
          </p:cNvPr>
          <p:cNvSpPr>
            <a:spLocks noGrp="1"/>
          </p:cNvSpPr>
          <p:nvPr/>
        </p:nvSpPr>
        <p:spPr>
          <a:xfrm>
            <a:off x="5838825" y="462915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rPr sz="1200" b="1">
                <a:solidFill>
                  <a:srgbClr val="065F46"/>
                </a:solidFill>
              </a:rPr>
              <a:t>P25</a:t>
            </a:r>
          </a:p>
        </p:txBody>
      </p:sp>
      <p:sp>
        <p:nvSpPr>
          <p:cNvPr id="143" name="chip-P26-674-484">
            <a:extLst>
              <a:ext uri="{FF2B5EF4-FFF2-40B4-BE49-F238E27FC236}">
                <a16:creationId xmlns:a16="http://schemas.microsoft.com/office/drawing/2014/main" id="{516B7B88-E826-46B7-B65C-1FF994699823}"/>
              </a:ext>
            </a:extLst>
          </p:cNvPr>
          <p:cNvSpPr>
            <a:spLocks noGrp="1"/>
          </p:cNvSpPr>
          <p:nvPr/>
        </p:nvSpPr>
        <p:spPr>
          <a:xfrm>
            <a:off x="6419850" y="4610100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44" name="chip-label-P26-674-484">
            <a:extLst>
              <a:ext uri="{FF2B5EF4-FFF2-40B4-BE49-F238E27FC236}">
                <a16:creationId xmlns:a16="http://schemas.microsoft.com/office/drawing/2014/main" id="{A75AE163-03D4-4DCE-92F0-41309A618306}"/>
              </a:ext>
            </a:extLst>
          </p:cNvPr>
          <p:cNvSpPr>
            <a:spLocks noGrp="1"/>
          </p:cNvSpPr>
          <p:nvPr/>
        </p:nvSpPr>
        <p:spPr>
          <a:xfrm>
            <a:off x="6419850" y="462915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rPr sz="1200" b="1">
                <a:solidFill>
                  <a:srgbClr val="065F46"/>
                </a:solidFill>
              </a:rPr>
              <a:t>P26</a:t>
            </a:r>
          </a:p>
        </p:txBody>
      </p:sp>
      <p:sp>
        <p:nvSpPr>
          <p:cNvPr id="145" name="chip-P28-735-484">
            <a:extLst>
              <a:ext uri="{FF2B5EF4-FFF2-40B4-BE49-F238E27FC236}">
                <a16:creationId xmlns:a16="http://schemas.microsoft.com/office/drawing/2014/main" id="{EE9E8AF0-1A14-4EBB-8E49-C949159E7928}"/>
              </a:ext>
            </a:extLst>
          </p:cNvPr>
          <p:cNvSpPr>
            <a:spLocks noGrp="1"/>
          </p:cNvSpPr>
          <p:nvPr/>
        </p:nvSpPr>
        <p:spPr>
          <a:xfrm>
            <a:off x="7000875" y="4610100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46" name="chip-label-P28-735-484">
            <a:extLst>
              <a:ext uri="{FF2B5EF4-FFF2-40B4-BE49-F238E27FC236}">
                <a16:creationId xmlns:a16="http://schemas.microsoft.com/office/drawing/2014/main" id="{EABEF7A3-A71E-4B04-B1D6-B72E9E7AACE0}"/>
              </a:ext>
            </a:extLst>
          </p:cNvPr>
          <p:cNvSpPr>
            <a:spLocks noGrp="1"/>
          </p:cNvSpPr>
          <p:nvPr/>
        </p:nvSpPr>
        <p:spPr>
          <a:xfrm>
            <a:off x="7000875" y="462915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rPr sz="1200" b="1">
                <a:solidFill>
                  <a:srgbClr val="065F46"/>
                </a:solidFill>
              </a:rPr>
              <a:t>P28</a:t>
            </a:r>
          </a:p>
        </p:txBody>
      </p:sp>
      <p:sp>
        <p:nvSpPr>
          <p:cNvPr id="147" name="chip-P29-796-484">
            <a:extLst>
              <a:ext uri="{FF2B5EF4-FFF2-40B4-BE49-F238E27FC236}">
                <a16:creationId xmlns:a16="http://schemas.microsoft.com/office/drawing/2014/main" id="{BF076FAA-C504-47E1-A54A-89BA9C669635}"/>
              </a:ext>
            </a:extLst>
          </p:cNvPr>
          <p:cNvSpPr>
            <a:spLocks noGrp="1"/>
          </p:cNvSpPr>
          <p:nvPr/>
        </p:nvSpPr>
        <p:spPr>
          <a:xfrm>
            <a:off x="7581900" y="4610100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48" name="chip-label-P29-796-484">
            <a:extLst>
              <a:ext uri="{FF2B5EF4-FFF2-40B4-BE49-F238E27FC236}">
                <a16:creationId xmlns:a16="http://schemas.microsoft.com/office/drawing/2014/main" id="{A7B9B063-4198-4C87-9AFD-EC210D09732E}"/>
              </a:ext>
            </a:extLst>
          </p:cNvPr>
          <p:cNvSpPr>
            <a:spLocks noGrp="1"/>
          </p:cNvSpPr>
          <p:nvPr/>
        </p:nvSpPr>
        <p:spPr>
          <a:xfrm>
            <a:off x="7581900" y="462915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rPr sz="1200" b="1">
                <a:solidFill>
                  <a:srgbClr val="065F46"/>
                </a:solidFill>
              </a:rPr>
              <a:t>P29</a:t>
            </a:r>
          </a:p>
        </p:txBody>
      </p:sp>
      <p:sp>
        <p:nvSpPr>
          <p:cNvPr id="149" name="chip-P32-857-484">
            <a:extLst>
              <a:ext uri="{FF2B5EF4-FFF2-40B4-BE49-F238E27FC236}">
                <a16:creationId xmlns:a16="http://schemas.microsoft.com/office/drawing/2014/main" id="{A27AE716-A746-400C-B678-CE92AA02B7C3}"/>
              </a:ext>
            </a:extLst>
          </p:cNvPr>
          <p:cNvSpPr>
            <a:spLocks noGrp="1"/>
          </p:cNvSpPr>
          <p:nvPr/>
        </p:nvSpPr>
        <p:spPr>
          <a:xfrm>
            <a:off x="8162925" y="4610100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50" name="chip-label-P32-857-484">
            <a:extLst>
              <a:ext uri="{FF2B5EF4-FFF2-40B4-BE49-F238E27FC236}">
                <a16:creationId xmlns:a16="http://schemas.microsoft.com/office/drawing/2014/main" id="{BFB1CB47-C4DE-46A4-8BAD-52A7AFB0C5A3}"/>
              </a:ext>
            </a:extLst>
          </p:cNvPr>
          <p:cNvSpPr>
            <a:spLocks noGrp="1"/>
          </p:cNvSpPr>
          <p:nvPr/>
        </p:nvSpPr>
        <p:spPr>
          <a:xfrm>
            <a:off x="8162925" y="462915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rPr sz="1200" b="1">
                <a:solidFill>
                  <a:srgbClr val="065F46"/>
                </a:solidFill>
              </a:rPr>
              <a:t>P32</a:t>
            </a:r>
          </a:p>
        </p:txBody>
      </p:sp>
      <p:sp>
        <p:nvSpPr>
          <p:cNvPr id="151" name="chip-P33-918-484">
            <a:extLst>
              <a:ext uri="{FF2B5EF4-FFF2-40B4-BE49-F238E27FC236}">
                <a16:creationId xmlns:a16="http://schemas.microsoft.com/office/drawing/2014/main" id="{A5AA7EE0-23F0-4D53-A4AF-10EBB8508C0C}"/>
              </a:ext>
            </a:extLst>
          </p:cNvPr>
          <p:cNvSpPr>
            <a:spLocks noGrp="1"/>
          </p:cNvSpPr>
          <p:nvPr/>
        </p:nvSpPr>
        <p:spPr>
          <a:xfrm>
            <a:off x="8743950" y="4610100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52" name="chip-label-P33-918-484">
            <a:extLst>
              <a:ext uri="{FF2B5EF4-FFF2-40B4-BE49-F238E27FC236}">
                <a16:creationId xmlns:a16="http://schemas.microsoft.com/office/drawing/2014/main" id="{36113CA2-004C-4FEE-B912-64C3E09D1AD5}"/>
              </a:ext>
            </a:extLst>
          </p:cNvPr>
          <p:cNvSpPr>
            <a:spLocks noGrp="1"/>
          </p:cNvSpPr>
          <p:nvPr/>
        </p:nvSpPr>
        <p:spPr>
          <a:xfrm>
            <a:off x="8743950" y="462915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rPr sz="1200" b="1">
                <a:solidFill>
                  <a:srgbClr val="065F46"/>
                </a:solidFill>
              </a:rPr>
              <a:t>P33</a:t>
            </a:r>
          </a:p>
        </p:txBody>
      </p:sp>
      <p:sp>
        <p:nvSpPr>
          <p:cNvPr id="153" name="chip-P34-979-484">
            <a:extLst>
              <a:ext uri="{FF2B5EF4-FFF2-40B4-BE49-F238E27FC236}">
                <a16:creationId xmlns:a16="http://schemas.microsoft.com/office/drawing/2014/main" id="{D0E854B1-816A-4F7E-BBB9-BBE868858FBE}"/>
              </a:ext>
            </a:extLst>
          </p:cNvPr>
          <p:cNvSpPr>
            <a:spLocks noGrp="1"/>
          </p:cNvSpPr>
          <p:nvPr/>
        </p:nvSpPr>
        <p:spPr>
          <a:xfrm>
            <a:off x="9324975" y="4610100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54" name="chip-label-P34-979-484">
            <a:extLst>
              <a:ext uri="{FF2B5EF4-FFF2-40B4-BE49-F238E27FC236}">
                <a16:creationId xmlns:a16="http://schemas.microsoft.com/office/drawing/2014/main" id="{D159B9B0-3C69-427E-8C40-3D0B2937B308}"/>
              </a:ext>
            </a:extLst>
          </p:cNvPr>
          <p:cNvSpPr>
            <a:spLocks noGrp="1"/>
          </p:cNvSpPr>
          <p:nvPr/>
        </p:nvSpPr>
        <p:spPr>
          <a:xfrm>
            <a:off x="9324975" y="462915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rPr sz="1200" b="1">
                <a:solidFill>
                  <a:srgbClr val="065F46"/>
                </a:solidFill>
              </a:rPr>
              <a:t>P34</a:t>
            </a:r>
          </a:p>
        </p:txBody>
      </p:sp>
      <p:sp>
        <p:nvSpPr>
          <p:cNvPr id="155" name="chip-P35-1040-484">
            <a:extLst>
              <a:ext uri="{FF2B5EF4-FFF2-40B4-BE49-F238E27FC236}">
                <a16:creationId xmlns:a16="http://schemas.microsoft.com/office/drawing/2014/main" id="{94C1BAAA-7BE8-44F2-A03E-59F437537273}"/>
              </a:ext>
            </a:extLst>
          </p:cNvPr>
          <p:cNvSpPr>
            <a:spLocks noGrp="1"/>
          </p:cNvSpPr>
          <p:nvPr/>
        </p:nvSpPr>
        <p:spPr>
          <a:xfrm>
            <a:off x="9906000" y="4610100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56" name="chip-label-P35-1040-484">
            <a:extLst>
              <a:ext uri="{FF2B5EF4-FFF2-40B4-BE49-F238E27FC236}">
                <a16:creationId xmlns:a16="http://schemas.microsoft.com/office/drawing/2014/main" id="{9FD235A6-4012-4ED2-A810-DD0C99D4B2FB}"/>
              </a:ext>
            </a:extLst>
          </p:cNvPr>
          <p:cNvSpPr>
            <a:spLocks noGrp="1"/>
          </p:cNvSpPr>
          <p:nvPr/>
        </p:nvSpPr>
        <p:spPr>
          <a:xfrm>
            <a:off x="9906000" y="462915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rPr sz="1200" b="1">
                <a:solidFill>
                  <a:srgbClr val="065F46"/>
                </a:solidFill>
              </a:rPr>
              <a:t>P35</a:t>
            </a:r>
          </a:p>
        </p:txBody>
      </p:sp>
      <p:sp>
        <p:nvSpPr>
          <p:cNvPr id="157" name="chip-P36-491-519">
            <a:extLst>
              <a:ext uri="{FF2B5EF4-FFF2-40B4-BE49-F238E27FC236}">
                <a16:creationId xmlns:a16="http://schemas.microsoft.com/office/drawing/2014/main" id="{D006569D-229A-46B6-8684-38074957B352}"/>
              </a:ext>
            </a:extLst>
          </p:cNvPr>
          <p:cNvSpPr>
            <a:spLocks noGrp="1"/>
          </p:cNvSpPr>
          <p:nvPr/>
        </p:nvSpPr>
        <p:spPr>
          <a:xfrm>
            <a:off x="4676775" y="4943475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58" name="chip-label-P36-491-519">
            <a:extLst>
              <a:ext uri="{FF2B5EF4-FFF2-40B4-BE49-F238E27FC236}">
                <a16:creationId xmlns:a16="http://schemas.microsoft.com/office/drawing/2014/main" id="{4BDC0CEC-CEE2-4DEF-A091-0C07B44E9A10}"/>
              </a:ext>
            </a:extLst>
          </p:cNvPr>
          <p:cNvSpPr>
            <a:spLocks noGrp="1"/>
          </p:cNvSpPr>
          <p:nvPr/>
        </p:nvSpPr>
        <p:spPr>
          <a:xfrm>
            <a:off x="4676775" y="496252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rPr sz="1200" b="1">
                <a:solidFill>
                  <a:srgbClr val="065F46"/>
                </a:solidFill>
              </a:rPr>
              <a:t>P36</a:t>
            </a:r>
          </a:p>
        </p:txBody>
      </p:sp>
      <p:sp>
        <p:nvSpPr>
          <p:cNvPr id="159" name="chip-P37-552-519">
            <a:extLst>
              <a:ext uri="{FF2B5EF4-FFF2-40B4-BE49-F238E27FC236}">
                <a16:creationId xmlns:a16="http://schemas.microsoft.com/office/drawing/2014/main" id="{E57BEC3C-97E2-4E93-8FAD-2343C11F2342}"/>
              </a:ext>
            </a:extLst>
          </p:cNvPr>
          <p:cNvSpPr>
            <a:spLocks noGrp="1"/>
          </p:cNvSpPr>
          <p:nvPr/>
        </p:nvSpPr>
        <p:spPr>
          <a:xfrm>
            <a:off x="5257800" y="4943475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60" name="chip-label-P37-552-519">
            <a:extLst>
              <a:ext uri="{FF2B5EF4-FFF2-40B4-BE49-F238E27FC236}">
                <a16:creationId xmlns:a16="http://schemas.microsoft.com/office/drawing/2014/main" id="{C678D033-7D02-4C8B-8F3C-7BEF7AEAED04}"/>
              </a:ext>
            </a:extLst>
          </p:cNvPr>
          <p:cNvSpPr>
            <a:spLocks noGrp="1"/>
          </p:cNvSpPr>
          <p:nvPr/>
        </p:nvSpPr>
        <p:spPr>
          <a:xfrm>
            <a:off x="5257800" y="496252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rPr sz="1200" b="1">
                <a:solidFill>
                  <a:srgbClr val="065F46"/>
                </a:solidFill>
              </a:rPr>
              <a:t>P37</a:t>
            </a:r>
          </a:p>
        </p:txBody>
      </p:sp>
      <p:sp>
        <p:nvSpPr>
          <p:cNvPr id="161" name="chip-P38-613-519">
            <a:extLst>
              <a:ext uri="{FF2B5EF4-FFF2-40B4-BE49-F238E27FC236}">
                <a16:creationId xmlns:a16="http://schemas.microsoft.com/office/drawing/2014/main" id="{A48031E1-369E-41B2-92D1-666F61734D1B}"/>
              </a:ext>
            </a:extLst>
          </p:cNvPr>
          <p:cNvSpPr>
            <a:spLocks noGrp="1"/>
          </p:cNvSpPr>
          <p:nvPr/>
        </p:nvSpPr>
        <p:spPr>
          <a:xfrm>
            <a:off x="5838825" y="4943475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62" name="chip-label-P38-613-519">
            <a:extLst>
              <a:ext uri="{FF2B5EF4-FFF2-40B4-BE49-F238E27FC236}">
                <a16:creationId xmlns:a16="http://schemas.microsoft.com/office/drawing/2014/main" id="{EB0BB9FE-F77D-4120-BA9E-DA5A07E0A81F}"/>
              </a:ext>
            </a:extLst>
          </p:cNvPr>
          <p:cNvSpPr>
            <a:spLocks noGrp="1"/>
          </p:cNvSpPr>
          <p:nvPr/>
        </p:nvSpPr>
        <p:spPr>
          <a:xfrm>
            <a:off x="5838825" y="496252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rPr sz="1200" b="1">
                <a:solidFill>
                  <a:srgbClr val="065F46"/>
                </a:solidFill>
              </a:rPr>
              <a:t>P38</a:t>
            </a:r>
          </a:p>
        </p:txBody>
      </p:sp>
      <p:sp>
        <p:nvSpPr>
          <p:cNvPr id="163" name="chip-P39-674-519">
            <a:extLst>
              <a:ext uri="{FF2B5EF4-FFF2-40B4-BE49-F238E27FC236}">
                <a16:creationId xmlns:a16="http://schemas.microsoft.com/office/drawing/2014/main" id="{E85508B4-BC71-44CB-8F50-5AF4B0469B8E}"/>
              </a:ext>
            </a:extLst>
          </p:cNvPr>
          <p:cNvSpPr>
            <a:spLocks noGrp="1"/>
          </p:cNvSpPr>
          <p:nvPr/>
        </p:nvSpPr>
        <p:spPr>
          <a:xfrm>
            <a:off x="6419850" y="4943475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64" name="chip-label-P39-674-519">
            <a:extLst>
              <a:ext uri="{FF2B5EF4-FFF2-40B4-BE49-F238E27FC236}">
                <a16:creationId xmlns:a16="http://schemas.microsoft.com/office/drawing/2014/main" id="{1E2A2AC1-4E95-4556-955D-B14366FCB003}"/>
              </a:ext>
            </a:extLst>
          </p:cNvPr>
          <p:cNvSpPr>
            <a:spLocks noGrp="1"/>
          </p:cNvSpPr>
          <p:nvPr/>
        </p:nvSpPr>
        <p:spPr>
          <a:xfrm>
            <a:off x="6419850" y="496252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rPr sz="1200" b="1">
                <a:solidFill>
                  <a:srgbClr val="065F46"/>
                </a:solidFill>
              </a:rPr>
              <a:t>P39</a:t>
            </a:r>
          </a:p>
        </p:txBody>
      </p:sp>
      <p:sp>
        <p:nvSpPr>
          <p:cNvPr id="165" name="chip-P40-735-519">
            <a:extLst>
              <a:ext uri="{FF2B5EF4-FFF2-40B4-BE49-F238E27FC236}">
                <a16:creationId xmlns:a16="http://schemas.microsoft.com/office/drawing/2014/main" id="{EE47AF13-8773-49A9-9555-B450E7800EDB}"/>
              </a:ext>
            </a:extLst>
          </p:cNvPr>
          <p:cNvSpPr>
            <a:spLocks noGrp="1"/>
          </p:cNvSpPr>
          <p:nvPr/>
        </p:nvSpPr>
        <p:spPr>
          <a:xfrm>
            <a:off x="7000875" y="4943475"/>
            <a:ext cx="476250" cy="238125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66" name="chip-label-P40-735-519">
            <a:extLst>
              <a:ext uri="{FF2B5EF4-FFF2-40B4-BE49-F238E27FC236}">
                <a16:creationId xmlns:a16="http://schemas.microsoft.com/office/drawing/2014/main" id="{81E29889-6AE5-4305-A1CE-ACA8EED1BF4A}"/>
              </a:ext>
            </a:extLst>
          </p:cNvPr>
          <p:cNvSpPr>
            <a:spLocks noGrp="1"/>
          </p:cNvSpPr>
          <p:nvPr/>
        </p:nvSpPr>
        <p:spPr>
          <a:xfrm>
            <a:off x="7000875" y="496252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rPr sz="1200" b="1">
                <a:solidFill>
                  <a:srgbClr val="065F46"/>
                </a:solidFill>
              </a:rPr>
              <a:t>P40</a:t>
            </a:r>
          </a:p>
        </p:txBody>
      </p:sp>
      <p:sp>
        <p:nvSpPr>
          <p:cNvPr id="167" name="expected-note">
            <a:extLst>
              <a:ext uri="{FF2B5EF4-FFF2-40B4-BE49-F238E27FC236}">
                <a16:creationId xmlns:a16="http://schemas.microsoft.com/office/drawing/2014/main" id="{7EED2B80-2D43-43BB-96DC-BE38242EA8A9}"/>
              </a:ext>
            </a:extLst>
          </p:cNvPr>
          <p:cNvSpPr>
            <a:spLocks noGrp="1"/>
          </p:cNvSpPr>
          <p:nvPr/>
        </p:nvSpPr>
        <p:spPr>
          <a:xfrm>
            <a:off x="4676775" y="539115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P20 excluded due to neutral preference</a:t>
            </a:r>
          </a:p>
        </p:txBody>
      </p:sp>
      <p:sp>
        <p:nvSpPr>
          <p:cNvPr id="168" name="footer">
            <a:extLst>
              <a:ext uri="{FF2B5EF4-FFF2-40B4-BE49-F238E27FC236}">
                <a16:creationId xmlns:a16="http://schemas.microsoft.com/office/drawing/2014/main" id="{0BE62AD0-480E-4541-B97D-E11DD80B6BF4}"/>
              </a:ext>
            </a:extLst>
          </p:cNvPr>
          <p:cNvSpPr>
            <a:spLocks noGrp="1"/>
          </p:cNvSpPr>
          <p:nvPr/>
        </p:nvSpPr>
        <p:spPr>
          <a:xfrm>
            <a:off x="476250" y="6096000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Use these groups to balance interview sampling across preference, behavior, friction, and perception.</a:t>
            </a:r>
          </a:p>
        </p:txBody>
      </p:sp>
    </p:spTree>
    <p:extLst>
      <p:ext uri="{BB962C8B-B14F-4D97-AF65-F5344CB8AC3E}">
        <p14:creationId xmlns:p14="http://schemas.microsoft.com/office/powerpoint/2010/main" val="149571804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150</Words>
  <Application>Microsoft Office PowerPoint</Application>
  <DocSecurity>0</DocSecurity>
  <PresentationFormat>와이드스크린</PresentationFormat>
  <Paragraphs>81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3" baseType="lpstr">
      <vt:lpstr>Calibri</vt:lpstr>
      <vt:lpstr>ChatGPT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JeongHyeon Min</cp:lastModifiedBy>
  <cp:revision>2</cp:revision>
  <dcterms:created xsi:type="dcterms:W3CDTF">2026-06-25T23:10:43Z</dcterms:created>
  <dcterms:modified xsi:type="dcterms:W3CDTF">2026-06-26T02:11:09Z</dcterms:modified>
</cp:coreProperties>
</file>