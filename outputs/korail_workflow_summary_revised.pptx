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creen-band-1-1-payment-1110">
            <a:extLst>
              <a:ext uri="{FF2B5EF4-FFF2-40B4-BE49-F238E27FC236}">
                <a16:creationId xmlns:a16="http://schemas.microsoft.com/office/drawing/2014/main" id="{59D8F7A8-1831-427D-4340-3F8592CAEDF0}"/>
              </a:ext>
            </a:extLst>
          </p:cNvPr>
          <p:cNvSpPr>
            <a:spLocks noGrp="1"/>
          </p:cNvSpPr>
          <p:nvPr/>
        </p:nvSpPr>
        <p:spPr>
          <a:xfrm>
            <a:off x="2710440" y="3105150"/>
            <a:ext cx="741793" cy="902969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kicker">
            <a:extLst>
              <a:ext uri="{FF2B5EF4-FFF2-40B4-BE49-F238E27FC236}">
                <a16:creationId xmlns:a16="http://schemas.microsoft.com/office/drawing/2014/main" id="{7063A611-C31E-4F44-94F0-838007B761E2}"/>
              </a:ext>
            </a:extLst>
          </p:cNvPr>
          <p:cNvSpPr>
            <a:spLocks noGrp="1"/>
          </p:cNvSpPr>
          <p:nvPr/>
        </p:nvSpPr>
        <p:spPr>
          <a:xfrm>
            <a:off x="476250" y="2095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5A45212-7546-4BEA-8281-B2A7013FE4AD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1: Desired Seat Selection</a:t>
            </a:r>
          </a:p>
        </p:txBody>
      </p:sp>
      <p:sp>
        <p:nvSpPr>
          <p:cNvPr id="4" name="case-title-1-0">
            <a:extLst>
              <a:ext uri="{FF2B5EF4-FFF2-40B4-BE49-F238E27FC236}">
                <a16:creationId xmlns:a16="http://schemas.microsoft.com/office/drawing/2014/main" id="{8A54E20F-5002-41F1-9114-F22FC9B3FFAF}"/>
              </a:ext>
            </a:extLst>
          </p:cNvPr>
          <p:cNvSpPr>
            <a:spLocks noGrp="1"/>
          </p:cNvSpPr>
          <p:nvPr/>
        </p:nvSpPr>
        <p:spPr>
          <a:xfrm>
            <a:off x="495300" y="11811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803D"/>
                </a:solidFill>
              </a:defRPr>
            </a:pPr>
            <a:r>
              <a:rPr lang="en-US" sz="1350" b="1" dirty="0">
                <a:solidFill>
                  <a:srgbClr val="15803D"/>
                </a:solidFill>
              </a:rPr>
              <a:t>Task1-</a:t>
            </a:r>
            <a:r>
              <a:rPr sz="1350" b="1" dirty="0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1-0-search-146">
            <a:extLst>
              <a:ext uri="{FF2B5EF4-FFF2-40B4-BE49-F238E27FC236}">
                <a16:creationId xmlns:a16="http://schemas.microsoft.com/office/drawing/2014/main" id="{434FB6CE-B153-47F6-A25B-6E5E4368A14E}"/>
              </a:ext>
            </a:extLst>
          </p:cNvPr>
          <p:cNvSpPr>
            <a:spLocks noGrp="1"/>
          </p:cNvSpPr>
          <p:nvPr/>
        </p:nvSpPr>
        <p:spPr>
          <a:xfrm>
            <a:off x="551295" y="1466849"/>
            <a:ext cx="2401455" cy="87248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creen-label-1-0-search-146">
            <a:extLst>
              <a:ext uri="{FF2B5EF4-FFF2-40B4-BE49-F238E27FC236}">
                <a16:creationId xmlns:a16="http://schemas.microsoft.com/office/drawing/2014/main" id="{9B3AD745-E4B0-4F1B-883C-D07BE40FE6F4}"/>
              </a:ext>
            </a:extLst>
          </p:cNvPr>
          <p:cNvSpPr>
            <a:spLocks noGrp="1"/>
          </p:cNvSpPr>
          <p:nvPr/>
        </p:nvSpPr>
        <p:spPr>
          <a:xfrm>
            <a:off x="645393" y="1524000"/>
            <a:ext cx="2114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7" name="screen-band-1-0-seat-382">
            <a:extLst>
              <a:ext uri="{FF2B5EF4-FFF2-40B4-BE49-F238E27FC236}">
                <a16:creationId xmlns:a16="http://schemas.microsoft.com/office/drawing/2014/main" id="{97C464C0-20FC-4C8E-8AC3-22E638CFF977}"/>
              </a:ext>
            </a:extLst>
          </p:cNvPr>
          <p:cNvSpPr>
            <a:spLocks noGrp="1"/>
          </p:cNvSpPr>
          <p:nvPr/>
        </p:nvSpPr>
        <p:spPr>
          <a:xfrm>
            <a:off x="2933700" y="1466849"/>
            <a:ext cx="2381250" cy="872485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creen-label-1-0-seat-382">
            <a:extLst>
              <a:ext uri="{FF2B5EF4-FFF2-40B4-BE49-F238E27FC236}">
                <a16:creationId xmlns:a16="http://schemas.microsoft.com/office/drawing/2014/main" id="{C07A0933-5A10-4313-A243-4D921E881DBC}"/>
              </a:ext>
            </a:extLst>
          </p:cNvPr>
          <p:cNvSpPr>
            <a:spLocks noGrp="1"/>
          </p:cNvSpPr>
          <p:nvPr/>
        </p:nvSpPr>
        <p:spPr>
          <a:xfrm>
            <a:off x="3009900" y="1524000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9" name="screen-band-1-0-search-630">
            <a:extLst>
              <a:ext uri="{FF2B5EF4-FFF2-40B4-BE49-F238E27FC236}">
                <a16:creationId xmlns:a16="http://schemas.microsoft.com/office/drawing/2014/main" id="{7B4EDF1A-1F01-4BD1-BC93-BA7E80F5D545}"/>
              </a:ext>
            </a:extLst>
          </p:cNvPr>
          <p:cNvSpPr>
            <a:spLocks noGrp="1"/>
          </p:cNvSpPr>
          <p:nvPr/>
        </p:nvSpPr>
        <p:spPr>
          <a:xfrm>
            <a:off x="5314950" y="1466849"/>
            <a:ext cx="1095375" cy="87248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creen-label-1-0-search-630">
            <a:extLst>
              <a:ext uri="{FF2B5EF4-FFF2-40B4-BE49-F238E27FC236}">
                <a16:creationId xmlns:a16="http://schemas.microsoft.com/office/drawing/2014/main" id="{95CC3A7A-BBF3-4D95-A8F4-4F2972F3776C}"/>
              </a:ext>
            </a:extLst>
          </p:cNvPr>
          <p:cNvSpPr>
            <a:spLocks noGrp="1"/>
          </p:cNvSpPr>
          <p:nvPr/>
        </p:nvSpPr>
        <p:spPr>
          <a:xfrm>
            <a:off x="5372100" y="15240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11" name="screen-band-1-0-payment-744">
            <a:extLst>
              <a:ext uri="{FF2B5EF4-FFF2-40B4-BE49-F238E27FC236}">
                <a16:creationId xmlns:a16="http://schemas.microsoft.com/office/drawing/2014/main" id="{8CE81825-9881-483B-986B-764A8F670B13}"/>
              </a:ext>
            </a:extLst>
          </p:cNvPr>
          <p:cNvSpPr>
            <a:spLocks noGrp="1"/>
          </p:cNvSpPr>
          <p:nvPr/>
        </p:nvSpPr>
        <p:spPr>
          <a:xfrm>
            <a:off x="6410325" y="1466849"/>
            <a:ext cx="1333500" cy="872485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creen-label-1-0-payment-744">
            <a:extLst>
              <a:ext uri="{FF2B5EF4-FFF2-40B4-BE49-F238E27FC236}">
                <a16:creationId xmlns:a16="http://schemas.microsoft.com/office/drawing/2014/main" id="{8734686F-61C9-407E-811F-C846A47FECF5}"/>
              </a:ext>
            </a:extLst>
          </p:cNvPr>
          <p:cNvSpPr>
            <a:spLocks noGrp="1"/>
          </p:cNvSpPr>
          <p:nvPr/>
        </p:nvSpPr>
        <p:spPr>
          <a:xfrm>
            <a:off x="6457950" y="152400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13" name="node-s1">
            <a:extLst>
              <a:ext uri="{FF2B5EF4-FFF2-40B4-BE49-F238E27FC236}">
                <a16:creationId xmlns:a16="http://schemas.microsoft.com/office/drawing/2014/main" id="{A36915A1-1DBD-40F9-A84A-D6D610F595C1}"/>
              </a:ext>
            </a:extLst>
          </p:cNvPr>
          <p:cNvSpPr>
            <a:spLocks noGrp="1"/>
          </p:cNvSpPr>
          <p:nvPr/>
        </p:nvSpPr>
        <p:spPr>
          <a:xfrm>
            <a:off x="645392" y="1771650"/>
            <a:ext cx="878608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sz="1125" b="1" dirty="0">
                <a:solidFill>
                  <a:srgbClr val="1D4ED8"/>
                </a:solidFill>
              </a:rPr>
              <a:t>Select train</a:t>
            </a:r>
            <a:endParaRPr sz="1125" b="1" dirty="0">
              <a:solidFill>
                <a:srgbClr val="1D4ED8"/>
              </a:solidFill>
            </a:endParaRPr>
          </a:p>
        </p:txBody>
      </p:sp>
      <p:sp>
        <p:nvSpPr>
          <p:cNvPr id="14" name="node-s2">
            <a:extLst>
              <a:ext uri="{FF2B5EF4-FFF2-40B4-BE49-F238E27FC236}">
                <a16:creationId xmlns:a16="http://schemas.microsoft.com/office/drawing/2014/main" id="{68656B91-498C-41B8-86F6-91470AA8F84D}"/>
              </a:ext>
            </a:extLst>
          </p:cNvPr>
          <p:cNvSpPr>
            <a:spLocks noGrp="1"/>
          </p:cNvSpPr>
          <p:nvPr/>
        </p:nvSpPr>
        <p:spPr>
          <a:xfrm>
            <a:off x="1695450" y="1771650"/>
            <a:ext cx="11620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15" name="node-s3">
            <a:extLst>
              <a:ext uri="{FF2B5EF4-FFF2-40B4-BE49-F238E27FC236}">
                <a16:creationId xmlns:a16="http://schemas.microsoft.com/office/drawing/2014/main" id="{E53F2331-7B60-4EBA-8D1C-853ED7E231C1}"/>
              </a:ext>
            </a:extLst>
          </p:cNvPr>
          <p:cNvSpPr>
            <a:spLocks noGrp="1"/>
          </p:cNvSpPr>
          <p:nvPr/>
        </p:nvSpPr>
        <p:spPr>
          <a:xfrm>
            <a:off x="3028950" y="1771650"/>
            <a:ext cx="985982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</a:t>
            </a:r>
            <a:r>
              <a:rPr lang="ko-KR" altLang="en-US" sz="1125" b="1" dirty="0">
                <a:solidFill>
                  <a:srgbClr val="6D28D9"/>
                </a:solidFill>
              </a:rPr>
              <a:t> </a:t>
            </a:r>
            <a:r>
              <a:rPr lang="en-US" altLang="ko-KR" sz="1125" b="1" dirty="0">
                <a:solidFill>
                  <a:srgbClr val="6D28D9"/>
                </a:solidFill>
              </a:rPr>
              <a:t>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16" name="node-s4">
            <a:extLst>
              <a:ext uri="{FF2B5EF4-FFF2-40B4-BE49-F238E27FC236}">
                <a16:creationId xmlns:a16="http://schemas.microsoft.com/office/drawing/2014/main" id="{EAFE7B8B-7FA5-4F4A-A898-D9A53EB369FC}"/>
              </a:ext>
            </a:extLst>
          </p:cNvPr>
          <p:cNvSpPr>
            <a:spLocks noGrp="1"/>
          </p:cNvSpPr>
          <p:nvPr/>
        </p:nvSpPr>
        <p:spPr>
          <a:xfrm>
            <a:off x="4152900" y="1771650"/>
            <a:ext cx="11049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17" name="node-s5">
            <a:extLst>
              <a:ext uri="{FF2B5EF4-FFF2-40B4-BE49-F238E27FC236}">
                <a16:creationId xmlns:a16="http://schemas.microsoft.com/office/drawing/2014/main" id="{80E5DF9B-E034-409B-B73E-A76F349C9B11}"/>
              </a:ext>
            </a:extLst>
          </p:cNvPr>
          <p:cNvSpPr>
            <a:spLocks noGrp="1"/>
          </p:cNvSpPr>
          <p:nvPr/>
        </p:nvSpPr>
        <p:spPr>
          <a:xfrm>
            <a:off x="5429250" y="17716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18" name="node-s6">
            <a:extLst>
              <a:ext uri="{FF2B5EF4-FFF2-40B4-BE49-F238E27FC236}">
                <a16:creationId xmlns:a16="http://schemas.microsoft.com/office/drawing/2014/main" id="{7DFF392E-92C1-4B16-94AE-2ED4BAFD13FA}"/>
              </a:ext>
            </a:extLst>
          </p:cNvPr>
          <p:cNvSpPr>
            <a:spLocks noGrp="1"/>
          </p:cNvSpPr>
          <p:nvPr/>
        </p:nvSpPr>
        <p:spPr>
          <a:xfrm>
            <a:off x="6515100" y="177165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92" name="직선 화살표 연결선 91"/>
          <p:cNvCxnSpPr>
            <a:cxnSpLocks/>
            <a:stCxn id="13" idx="3"/>
            <a:endCxn id="14" idx="1"/>
          </p:cNvCxnSpPr>
          <p:nvPr/>
        </p:nvCxnSpPr>
        <p:spPr>
          <a:xfrm>
            <a:off x="1524000" y="19621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3" name="직선 화살표 연결선 92"/>
          <p:cNvCxnSpPr>
            <a:cxnSpLocks/>
            <a:stCxn id="14" idx="3"/>
            <a:endCxn id="15" idx="1"/>
          </p:cNvCxnSpPr>
          <p:nvPr/>
        </p:nvCxnSpPr>
        <p:spPr>
          <a:xfrm>
            <a:off x="2857500" y="19621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4" name="직선 화살표 연결선 93"/>
          <p:cNvCxnSpPr>
            <a:cxnSpLocks/>
            <a:stCxn id="15" idx="3"/>
            <a:endCxn id="16" idx="1"/>
          </p:cNvCxnSpPr>
          <p:nvPr/>
        </p:nvCxnSpPr>
        <p:spPr>
          <a:xfrm>
            <a:off x="4014932" y="1962150"/>
            <a:ext cx="13796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5" name="직선 화살표 연결선 94"/>
          <p:cNvCxnSpPr>
            <a:stCxn id="16" idx="3"/>
            <a:endCxn id="17" idx="1"/>
          </p:cNvCxnSpPr>
          <p:nvPr/>
        </p:nvCxnSpPr>
        <p:spPr>
          <a:xfrm>
            <a:off x="5257800" y="19621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6" name="직선 화살표 연결선 95"/>
          <p:cNvCxnSpPr>
            <a:stCxn id="17" idx="3"/>
            <a:endCxn id="18" idx="1"/>
          </p:cNvCxnSpPr>
          <p:nvPr/>
        </p:nvCxnSpPr>
        <p:spPr>
          <a:xfrm>
            <a:off x="6343650" y="19621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4" name="case-title-1-1">
            <a:extLst>
              <a:ext uri="{FF2B5EF4-FFF2-40B4-BE49-F238E27FC236}">
                <a16:creationId xmlns:a16="http://schemas.microsoft.com/office/drawing/2014/main" id="{217AC0A4-EE75-458B-AA67-6D698888EE9A}"/>
              </a:ext>
            </a:extLst>
          </p:cNvPr>
          <p:cNvSpPr>
            <a:spLocks noGrp="1"/>
          </p:cNvSpPr>
          <p:nvPr/>
        </p:nvSpPr>
        <p:spPr>
          <a:xfrm>
            <a:off x="495300" y="2819396"/>
            <a:ext cx="131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91C1C"/>
                </a:solidFill>
              </a:defRPr>
            </a:pPr>
            <a:r>
              <a:rPr lang="en-US" sz="1350" b="1" dirty="0">
                <a:solidFill>
                  <a:srgbClr val="B91C1C"/>
                </a:solidFill>
              </a:rPr>
              <a:t>Task1-</a:t>
            </a:r>
            <a:r>
              <a:rPr sz="1350" b="1" dirty="0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25" name="screen-band-1-1-search-146">
            <a:extLst>
              <a:ext uri="{FF2B5EF4-FFF2-40B4-BE49-F238E27FC236}">
                <a16:creationId xmlns:a16="http://schemas.microsoft.com/office/drawing/2014/main" id="{C350A96E-B4BF-4BD7-BA85-822BA76C8F31}"/>
              </a:ext>
            </a:extLst>
          </p:cNvPr>
          <p:cNvSpPr>
            <a:spLocks noGrp="1"/>
          </p:cNvSpPr>
          <p:nvPr/>
        </p:nvSpPr>
        <p:spPr>
          <a:xfrm>
            <a:off x="551295" y="3105150"/>
            <a:ext cx="2153805" cy="902969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creen-label-1-1-search-146">
            <a:extLst>
              <a:ext uri="{FF2B5EF4-FFF2-40B4-BE49-F238E27FC236}">
                <a16:creationId xmlns:a16="http://schemas.microsoft.com/office/drawing/2014/main" id="{1E33E1E2-E687-4870-A235-B076BD101E75}"/>
              </a:ext>
            </a:extLst>
          </p:cNvPr>
          <p:cNvSpPr>
            <a:spLocks noGrp="1"/>
          </p:cNvSpPr>
          <p:nvPr/>
        </p:nvSpPr>
        <p:spPr>
          <a:xfrm>
            <a:off x="645393" y="31623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29" name="screen-band-1-1-search-462">
            <a:extLst>
              <a:ext uri="{FF2B5EF4-FFF2-40B4-BE49-F238E27FC236}">
                <a16:creationId xmlns:a16="http://schemas.microsoft.com/office/drawing/2014/main" id="{DD58C898-A380-400C-AAE3-4417326509FF}"/>
              </a:ext>
            </a:extLst>
          </p:cNvPr>
          <p:cNvSpPr>
            <a:spLocks noGrp="1"/>
          </p:cNvSpPr>
          <p:nvPr/>
        </p:nvSpPr>
        <p:spPr>
          <a:xfrm>
            <a:off x="3452233" y="3105150"/>
            <a:ext cx="3062867" cy="902969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creen-label-1-1-search-462">
            <a:extLst>
              <a:ext uri="{FF2B5EF4-FFF2-40B4-BE49-F238E27FC236}">
                <a16:creationId xmlns:a16="http://schemas.microsoft.com/office/drawing/2014/main" id="{269BD218-5A6B-476C-A2C2-74EA5304914C}"/>
              </a:ext>
            </a:extLst>
          </p:cNvPr>
          <p:cNvSpPr>
            <a:spLocks noGrp="1"/>
          </p:cNvSpPr>
          <p:nvPr/>
        </p:nvSpPr>
        <p:spPr>
          <a:xfrm>
            <a:off x="3510680" y="3153205"/>
            <a:ext cx="2590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31" name="screen-band-1-1-seat-748">
            <a:extLst>
              <a:ext uri="{FF2B5EF4-FFF2-40B4-BE49-F238E27FC236}">
                <a16:creationId xmlns:a16="http://schemas.microsoft.com/office/drawing/2014/main" id="{C505551B-3CE6-4417-8DF4-33EC8376F2A9}"/>
              </a:ext>
            </a:extLst>
          </p:cNvPr>
          <p:cNvSpPr>
            <a:spLocks noGrp="1"/>
          </p:cNvSpPr>
          <p:nvPr/>
        </p:nvSpPr>
        <p:spPr>
          <a:xfrm>
            <a:off x="6496050" y="3105150"/>
            <a:ext cx="2381250" cy="902969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creen-label-1-1-seat-748">
            <a:extLst>
              <a:ext uri="{FF2B5EF4-FFF2-40B4-BE49-F238E27FC236}">
                <a16:creationId xmlns:a16="http://schemas.microsoft.com/office/drawing/2014/main" id="{E4EDAD9F-6CF8-450E-9176-E204E224E92A}"/>
              </a:ext>
            </a:extLst>
          </p:cNvPr>
          <p:cNvSpPr>
            <a:spLocks noGrp="1"/>
          </p:cNvSpPr>
          <p:nvPr/>
        </p:nvSpPr>
        <p:spPr>
          <a:xfrm>
            <a:off x="6572250" y="3162300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33" name="screen-band-1-1-search-996">
            <a:extLst>
              <a:ext uri="{FF2B5EF4-FFF2-40B4-BE49-F238E27FC236}">
                <a16:creationId xmlns:a16="http://schemas.microsoft.com/office/drawing/2014/main" id="{DDC574BD-7BD8-402C-BFB5-5E2C5426C094}"/>
              </a:ext>
            </a:extLst>
          </p:cNvPr>
          <p:cNvSpPr>
            <a:spLocks noGrp="1"/>
          </p:cNvSpPr>
          <p:nvPr/>
        </p:nvSpPr>
        <p:spPr>
          <a:xfrm>
            <a:off x="8858250" y="3105150"/>
            <a:ext cx="1104900" cy="902969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creen-label-1-1-search-996">
            <a:extLst>
              <a:ext uri="{FF2B5EF4-FFF2-40B4-BE49-F238E27FC236}">
                <a16:creationId xmlns:a16="http://schemas.microsoft.com/office/drawing/2014/main" id="{2CFF0E81-53AE-4AF8-A157-F0418779AFAE}"/>
              </a:ext>
            </a:extLst>
          </p:cNvPr>
          <p:cNvSpPr>
            <a:spLocks noGrp="1"/>
          </p:cNvSpPr>
          <p:nvPr/>
        </p:nvSpPr>
        <p:spPr>
          <a:xfrm>
            <a:off x="8877300" y="3162299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35" name="screen-band-1-1-payment-1110">
            <a:extLst>
              <a:ext uri="{FF2B5EF4-FFF2-40B4-BE49-F238E27FC236}">
                <a16:creationId xmlns:a16="http://schemas.microsoft.com/office/drawing/2014/main" id="{40B9B109-BAD1-4933-BC41-6593190F1AC2}"/>
              </a:ext>
            </a:extLst>
          </p:cNvPr>
          <p:cNvSpPr>
            <a:spLocks noGrp="1"/>
          </p:cNvSpPr>
          <p:nvPr/>
        </p:nvSpPr>
        <p:spPr>
          <a:xfrm>
            <a:off x="9944100" y="3105150"/>
            <a:ext cx="1314450" cy="902969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creen-label-1-1-payment-1110">
            <a:extLst>
              <a:ext uri="{FF2B5EF4-FFF2-40B4-BE49-F238E27FC236}">
                <a16:creationId xmlns:a16="http://schemas.microsoft.com/office/drawing/2014/main" id="{38559B1E-BCBF-4DAF-9618-AB397566A5B9}"/>
              </a:ext>
            </a:extLst>
          </p:cNvPr>
          <p:cNvSpPr>
            <a:spLocks noGrp="1"/>
          </p:cNvSpPr>
          <p:nvPr/>
        </p:nvSpPr>
        <p:spPr>
          <a:xfrm>
            <a:off x="10020300" y="31623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37" name="node-s7">
            <a:extLst>
              <a:ext uri="{FF2B5EF4-FFF2-40B4-BE49-F238E27FC236}">
                <a16:creationId xmlns:a16="http://schemas.microsoft.com/office/drawing/2014/main" id="{64DC2F61-9F62-44F4-9BC8-824876D1279C}"/>
              </a:ext>
            </a:extLst>
          </p:cNvPr>
          <p:cNvSpPr>
            <a:spLocks noGrp="1"/>
          </p:cNvSpPr>
          <p:nvPr/>
        </p:nvSpPr>
        <p:spPr>
          <a:xfrm>
            <a:off x="645392" y="3409950"/>
            <a:ext cx="878608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38" name="node-s8">
            <a:extLst>
              <a:ext uri="{FF2B5EF4-FFF2-40B4-BE49-F238E27FC236}">
                <a16:creationId xmlns:a16="http://schemas.microsoft.com/office/drawing/2014/main" id="{5252A88D-FC47-45E1-8A6C-B62C756F0F28}"/>
              </a:ext>
            </a:extLst>
          </p:cNvPr>
          <p:cNvSpPr>
            <a:spLocks noGrp="1"/>
          </p:cNvSpPr>
          <p:nvPr/>
        </p:nvSpPr>
        <p:spPr>
          <a:xfrm>
            <a:off x="1695450" y="34099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40" name="node-s10">
            <a:extLst>
              <a:ext uri="{FF2B5EF4-FFF2-40B4-BE49-F238E27FC236}">
                <a16:creationId xmlns:a16="http://schemas.microsoft.com/office/drawing/2014/main" id="{A61564DF-890D-40C4-A502-4CE00B093116}"/>
              </a:ext>
            </a:extLst>
          </p:cNvPr>
          <p:cNvSpPr>
            <a:spLocks noGrp="1"/>
          </p:cNvSpPr>
          <p:nvPr/>
        </p:nvSpPr>
        <p:spPr>
          <a:xfrm>
            <a:off x="3543300" y="3278331"/>
            <a:ext cx="1466850" cy="649578"/>
          </a:xfrm>
          <a:prstGeom prst="diamond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D4ED8"/>
                </a:solidFill>
              </a:defRPr>
            </a:pPr>
            <a:r>
              <a:rPr lang="en-US" altLang="ko-KR" sz="975" b="1" dirty="0">
                <a:solidFill>
                  <a:srgbClr val="1D4ED8"/>
                </a:solidFill>
              </a:rPr>
              <a:t>Recognize </a:t>
            </a:r>
            <a:r>
              <a:rPr lang="ko-KR" altLang="en-US" sz="975" b="1" dirty="0">
                <a:solidFill>
                  <a:srgbClr val="1D4ED8"/>
                </a:solidFill>
              </a:rPr>
              <a:t>좌석 선택 </a:t>
            </a:r>
            <a:r>
              <a:rPr lang="en-US" altLang="ko-KR" sz="975" b="1" dirty="0" err="1">
                <a:solidFill>
                  <a:srgbClr val="1D4ED8"/>
                </a:solidFill>
              </a:rPr>
              <a:t>btn</a:t>
            </a:r>
            <a:endParaRPr sz="975" b="1" dirty="0">
              <a:solidFill>
                <a:srgbClr val="1D4ED8"/>
              </a:solidFill>
            </a:endParaRPr>
          </a:p>
        </p:txBody>
      </p:sp>
      <p:sp>
        <p:nvSpPr>
          <p:cNvPr id="41" name="node-s11">
            <a:extLst>
              <a:ext uri="{FF2B5EF4-FFF2-40B4-BE49-F238E27FC236}">
                <a16:creationId xmlns:a16="http://schemas.microsoft.com/office/drawing/2014/main" id="{974E1ACB-60C3-46F0-9890-D756FE7A60CD}"/>
              </a:ext>
            </a:extLst>
          </p:cNvPr>
          <p:cNvSpPr>
            <a:spLocks noGrp="1"/>
          </p:cNvSpPr>
          <p:nvPr/>
        </p:nvSpPr>
        <p:spPr>
          <a:xfrm>
            <a:off x="5257800" y="3412258"/>
            <a:ext cx="11620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42" name="node-s12">
            <a:extLst>
              <a:ext uri="{FF2B5EF4-FFF2-40B4-BE49-F238E27FC236}">
                <a16:creationId xmlns:a16="http://schemas.microsoft.com/office/drawing/2014/main" id="{A43F56A9-7883-426D-811E-D9C93E2A244B}"/>
              </a:ext>
            </a:extLst>
          </p:cNvPr>
          <p:cNvSpPr>
            <a:spLocks noGrp="1"/>
          </p:cNvSpPr>
          <p:nvPr/>
        </p:nvSpPr>
        <p:spPr>
          <a:xfrm>
            <a:off x="6591300" y="34099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altLang="ko-KR" sz="1125" b="1" dirty="0">
                <a:solidFill>
                  <a:srgbClr val="6D28D9"/>
                </a:solidFill>
              </a:rPr>
              <a:t>Choose seat</a:t>
            </a:r>
          </a:p>
        </p:txBody>
      </p:sp>
      <p:sp>
        <p:nvSpPr>
          <p:cNvPr id="43" name="node-s13">
            <a:extLst>
              <a:ext uri="{FF2B5EF4-FFF2-40B4-BE49-F238E27FC236}">
                <a16:creationId xmlns:a16="http://schemas.microsoft.com/office/drawing/2014/main" id="{756A1553-BAE7-4A15-AACC-B4384ADE7A9A}"/>
              </a:ext>
            </a:extLst>
          </p:cNvPr>
          <p:cNvSpPr>
            <a:spLocks noGrp="1"/>
          </p:cNvSpPr>
          <p:nvPr/>
        </p:nvSpPr>
        <p:spPr>
          <a:xfrm>
            <a:off x="7677150" y="3409950"/>
            <a:ext cx="11049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44" name="node-s14">
            <a:extLst>
              <a:ext uri="{FF2B5EF4-FFF2-40B4-BE49-F238E27FC236}">
                <a16:creationId xmlns:a16="http://schemas.microsoft.com/office/drawing/2014/main" id="{B787BCF9-2884-4593-8A8D-B1941EBB54DD}"/>
              </a:ext>
            </a:extLst>
          </p:cNvPr>
          <p:cNvSpPr>
            <a:spLocks noGrp="1"/>
          </p:cNvSpPr>
          <p:nvPr/>
        </p:nvSpPr>
        <p:spPr>
          <a:xfrm>
            <a:off x="8953500" y="34099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45" name="node-s15">
            <a:extLst>
              <a:ext uri="{FF2B5EF4-FFF2-40B4-BE49-F238E27FC236}">
                <a16:creationId xmlns:a16="http://schemas.microsoft.com/office/drawing/2014/main" id="{59A9BD06-0594-411A-9CEF-79EBE871872F}"/>
              </a:ext>
            </a:extLst>
          </p:cNvPr>
          <p:cNvSpPr>
            <a:spLocks noGrp="1"/>
          </p:cNvSpPr>
          <p:nvPr/>
        </p:nvSpPr>
        <p:spPr>
          <a:xfrm>
            <a:off x="10039350" y="340995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19" name="직선 화살표 연결선 118"/>
          <p:cNvCxnSpPr>
            <a:cxnSpLocks/>
            <a:stCxn id="37" idx="3"/>
            <a:endCxn id="38" idx="1"/>
          </p:cNvCxnSpPr>
          <p:nvPr/>
        </p:nvCxnSpPr>
        <p:spPr>
          <a:xfrm>
            <a:off x="1524000" y="36004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0" name="직선 화살표 연결선 119"/>
          <p:cNvCxnSpPr>
            <a:cxnSpLocks/>
            <a:stCxn id="38" idx="3"/>
          </p:cNvCxnSpPr>
          <p:nvPr/>
        </p:nvCxnSpPr>
        <p:spPr>
          <a:xfrm flipV="1">
            <a:off x="2609850" y="3600449"/>
            <a:ext cx="152400" cy="1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1" name="직선 화살표 연결선 120"/>
          <p:cNvCxnSpPr>
            <a:cxnSpLocks/>
            <a:stCxn id="108" idx="3"/>
            <a:endCxn id="40" idx="1"/>
          </p:cNvCxnSpPr>
          <p:nvPr/>
        </p:nvCxnSpPr>
        <p:spPr>
          <a:xfrm>
            <a:off x="3337933" y="3600450"/>
            <a:ext cx="205367" cy="267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2" name="직선 화살표 연결선 121"/>
          <p:cNvCxnSpPr>
            <a:cxnSpLocks/>
            <a:stCxn id="40" idx="3"/>
            <a:endCxn id="41" idx="1"/>
          </p:cNvCxnSpPr>
          <p:nvPr/>
        </p:nvCxnSpPr>
        <p:spPr>
          <a:xfrm flipV="1">
            <a:off x="5010150" y="3602758"/>
            <a:ext cx="247650" cy="362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3" name="직선 화살표 연결선 122"/>
          <p:cNvCxnSpPr>
            <a:stCxn id="41" idx="3"/>
            <a:endCxn id="42" idx="1"/>
          </p:cNvCxnSpPr>
          <p:nvPr/>
        </p:nvCxnSpPr>
        <p:spPr>
          <a:xfrm flipV="1">
            <a:off x="6419850" y="3600450"/>
            <a:ext cx="171450" cy="230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4" name="직선 화살표 연결선 123"/>
          <p:cNvCxnSpPr>
            <a:stCxn id="42" idx="3"/>
            <a:endCxn id="43" idx="1"/>
          </p:cNvCxnSpPr>
          <p:nvPr/>
        </p:nvCxnSpPr>
        <p:spPr>
          <a:xfrm>
            <a:off x="7505700" y="36004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5" name="직선 화살표 연결선 124"/>
          <p:cNvCxnSpPr>
            <a:stCxn id="43" idx="3"/>
            <a:endCxn id="44" idx="1"/>
          </p:cNvCxnSpPr>
          <p:nvPr/>
        </p:nvCxnSpPr>
        <p:spPr>
          <a:xfrm>
            <a:off x="8782050" y="36004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6" name="직선 화살표 연결선 125"/>
          <p:cNvCxnSpPr>
            <a:cxnSpLocks/>
            <a:stCxn id="44" idx="3"/>
            <a:endCxn id="45" idx="1"/>
          </p:cNvCxnSpPr>
          <p:nvPr/>
        </p:nvCxnSpPr>
        <p:spPr>
          <a:xfrm>
            <a:off x="9867900" y="36004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55" name="case-title-1-2">
            <a:extLst>
              <a:ext uri="{FF2B5EF4-FFF2-40B4-BE49-F238E27FC236}">
                <a16:creationId xmlns:a16="http://schemas.microsoft.com/office/drawing/2014/main" id="{3DAEAEA9-0624-423D-B602-BEAE7524991B}"/>
              </a:ext>
            </a:extLst>
          </p:cNvPr>
          <p:cNvSpPr>
            <a:spLocks noGrp="1"/>
          </p:cNvSpPr>
          <p:nvPr/>
        </p:nvSpPr>
        <p:spPr>
          <a:xfrm>
            <a:off x="495300" y="4457692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369A1"/>
                </a:solidFill>
              </a:defRPr>
            </a:pPr>
            <a:r>
              <a:rPr lang="en-US" sz="1350" b="1" dirty="0">
                <a:solidFill>
                  <a:srgbClr val="0369A1"/>
                </a:solidFill>
              </a:rPr>
              <a:t>Task1-</a:t>
            </a:r>
            <a:r>
              <a:rPr sz="1350" b="1" dirty="0">
                <a:solidFill>
                  <a:srgbClr val="0369A1"/>
                </a:solidFill>
              </a:rPr>
              <a:t>B</a:t>
            </a:r>
          </a:p>
        </p:txBody>
      </p:sp>
      <p:sp>
        <p:nvSpPr>
          <p:cNvPr id="56" name="screen-band-1-2-search-146">
            <a:extLst>
              <a:ext uri="{FF2B5EF4-FFF2-40B4-BE49-F238E27FC236}">
                <a16:creationId xmlns:a16="http://schemas.microsoft.com/office/drawing/2014/main" id="{EB6BB85F-D047-4CC4-BA96-DB96A0916878}"/>
              </a:ext>
            </a:extLst>
          </p:cNvPr>
          <p:cNvSpPr>
            <a:spLocks noGrp="1"/>
          </p:cNvSpPr>
          <p:nvPr/>
        </p:nvSpPr>
        <p:spPr>
          <a:xfrm>
            <a:off x="551295" y="4743450"/>
            <a:ext cx="1067955" cy="9029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creen-label-1-2-search-146">
            <a:extLst>
              <a:ext uri="{FF2B5EF4-FFF2-40B4-BE49-F238E27FC236}">
                <a16:creationId xmlns:a16="http://schemas.microsoft.com/office/drawing/2014/main" id="{7F657D97-D51B-4D38-9692-E2D7350DBAFD}"/>
              </a:ext>
            </a:extLst>
          </p:cNvPr>
          <p:cNvSpPr>
            <a:spLocks noGrp="1"/>
          </p:cNvSpPr>
          <p:nvPr/>
        </p:nvSpPr>
        <p:spPr>
          <a:xfrm>
            <a:off x="645392" y="4800600"/>
            <a:ext cx="933449" cy="1714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58" name="screen-band-1-2-status-242">
            <a:extLst>
              <a:ext uri="{FF2B5EF4-FFF2-40B4-BE49-F238E27FC236}">
                <a16:creationId xmlns:a16="http://schemas.microsoft.com/office/drawing/2014/main" id="{E4824321-8103-4FA3-A14E-3E734B7EF374}"/>
              </a:ext>
            </a:extLst>
          </p:cNvPr>
          <p:cNvSpPr>
            <a:spLocks noGrp="1"/>
          </p:cNvSpPr>
          <p:nvPr/>
        </p:nvSpPr>
        <p:spPr>
          <a:xfrm>
            <a:off x="1600200" y="4743450"/>
            <a:ext cx="1104900" cy="902968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creen-label-1-2-status-242">
            <a:extLst>
              <a:ext uri="{FF2B5EF4-FFF2-40B4-BE49-F238E27FC236}">
                <a16:creationId xmlns:a16="http://schemas.microsoft.com/office/drawing/2014/main" id="{360CB213-09EA-4747-85E3-81440A838C16}"/>
              </a:ext>
            </a:extLst>
          </p:cNvPr>
          <p:cNvSpPr>
            <a:spLocks noGrp="1"/>
          </p:cNvSpPr>
          <p:nvPr/>
        </p:nvSpPr>
        <p:spPr>
          <a:xfrm>
            <a:off x="1676400" y="48006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</a:defRPr>
            </a:pPr>
            <a:r>
              <a:rPr sz="750" b="1">
                <a:solidFill>
                  <a:srgbClr val="0F766E"/>
                </a:solidFill>
              </a:rPr>
              <a:t>전호차 page</a:t>
            </a:r>
          </a:p>
        </p:txBody>
      </p:sp>
      <p:sp>
        <p:nvSpPr>
          <p:cNvPr id="60" name="screen-band-1-2-seat-356">
            <a:extLst>
              <a:ext uri="{FF2B5EF4-FFF2-40B4-BE49-F238E27FC236}">
                <a16:creationId xmlns:a16="http://schemas.microsoft.com/office/drawing/2014/main" id="{A8F8F2D2-10B1-48AE-86B3-D75C311E2A8D}"/>
              </a:ext>
            </a:extLst>
          </p:cNvPr>
          <p:cNvSpPr>
            <a:spLocks noGrp="1"/>
          </p:cNvSpPr>
          <p:nvPr/>
        </p:nvSpPr>
        <p:spPr>
          <a:xfrm>
            <a:off x="2686050" y="4743450"/>
            <a:ext cx="2419350" cy="902968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creen-label-1-2-seat-356">
            <a:extLst>
              <a:ext uri="{FF2B5EF4-FFF2-40B4-BE49-F238E27FC236}">
                <a16:creationId xmlns:a16="http://schemas.microsoft.com/office/drawing/2014/main" id="{2A4665C0-766B-4DDF-A9B9-60EC29ED1069}"/>
              </a:ext>
            </a:extLst>
          </p:cNvPr>
          <p:cNvSpPr>
            <a:spLocks noGrp="1"/>
          </p:cNvSpPr>
          <p:nvPr/>
        </p:nvSpPr>
        <p:spPr>
          <a:xfrm>
            <a:off x="2762250" y="4800600"/>
            <a:ext cx="2266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62" name="screen-band-1-2-payment-608">
            <a:extLst>
              <a:ext uri="{FF2B5EF4-FFF2-40B4-BE49-F238E27FC236}">
                <a16:creationId xmlns:a16="http://schemas.microsoft.com/office/drawing/2014/main" id="{99F5C1B9-566E-4EDA-AC79-58FAEF59F839}"/>
              </a:ext>
            </a:extLst>
          </p:cNvPr>
          <p:cNvSpPr>
            <a:spLocks noGrp="1"/>
          </p:cNvSpPr>
          <p:nvPr/>
        </p:nvSpPr>
        <p:spPr>
          <a:xfrm>
            <a:off x="5086350" y="4743450"/>
            <a:ext cx="1333500" cy="90296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creen-label-1-2-payment-608">
            <a:extLst>
              <a:ext uri="{FF2B5EF4-FFF2-40B4-BE49-F238E27FC236}">
                <a16:creationId xmlns:a16="http://schemas.microsoft.com/office/drawing/2014/main" id="{346D0278-EF69-4A03-9A74-F0A189338B45}"/>
              </a:ext>
            </a:extLst>
          </p:cNvPr>
          <p:cNvSpPr>
            <a:spLocks noGrp="1"/>
          </p:cNvSpPr>
          <p:nvPr/>
        </p:nvSpPr>
        <p:spPr>
          <a:xfrm>
            <a:off x="5162550" y="480060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64" name="node-s16">
            <a:extLst>
              <a:ext uri="{FF2B5EF4-FFF2-40B4-BE49-F238E27FC236}">
                <a16:creationId xmlns:a16="http://schemas.microsoft.com/office/drawing/2014/main" id="{2C1B0DE9-F9DA-45FC-B7C8-F91D1FA7A3E3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895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65" name="node-s17">
            <a:extLst>
              <a:ext uri="{FF2B5EF4-FFF2-40B4-BE49-F238E27FC236}">
                <a16:creationId xmlns:a16="http://schemas.microsoft.com/office/drawing/2014/main" id="{BE4FFAD1-E4FD-43D2-A523-6A72108B4538}"/>
              </a:ext>
            </a:extLst>
          </p:cNvPr>
          <p:cNvSpPr>
            <a:spLocks noGrp="1"/>
          </p:cNvSpPr>
          <p:nvPr/>
        </p:nvSpPr>
        <p:spPr>
          <a:xfrm>
            <a:off x="1695450" y="50482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F766E"/>
                </a:solidFill>
              </a:defRPr>
            </a:pPr>
            <a:r>
              <a:rPr lang="en-US" sz="1125" b="1" dirty="0">
                <a:solidFill>
                  <a:srgbClr val="0F766E"/>
                </a:solidFill>
              </a:rPr>
              <a:t>Choose car</a:t>
            </a:r>
            <a:endParaRPr sz="1125" b="1" dirty="0">
              <a:solidFill>
                <a:srgbClr val="0F766E"/>
              </a:solidFill>
            </a:endParaRPr>
          </a:p>
        </p:txBody>
      </p:sp>
      <p:sp>
        <p:nvSpPr>
          <p:cNvPr id="66" name="node-s18">
            <a:extLst>
              <a:ext uri="{FF2B5EF4-FFF2-40B4-BE49-F238E27FC236}">
                <a16:creationId xmlns:a16="http://schemas.microsoft.com/office/drawing/2014/main" id="{A8687CDD-F971-4511-884A-DE62F85BDA2B}"/>
              </a:ext>
            </a:extLst>
          </p:cNvPr>
          <p:cNvSpPr>
            <a:spLocks noGrp="1"/>
          </p:cNvSpPr>
          <p:nvPr/>
        </p:nvSpPr>
        <p:spPr>
          <a:xfrm>
            <a:off x="2781300" y="50482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67" name="node-s19">
            <a:extLst>
              <a:ext uri="{FF2B5EF4-FFF2-40B4-BE49-F238E27FC236}">
                <a16:creationId xmlns:a16="http://schemas.microsoft.com/office/drawing/2014/main" id="{9917A81C-3115-4600-83C9-1057EFF88540}"/>
              </a:ext>
            </a:extLst>
          </p:cNvPr>
          <p:cNvSpPr>
            <a:spLocks noGrp="1"/>
          </p:cNvSpPr>
          <p:nvPr/>
        </p:nvSpPr>
        <p:spPr>
          <a:xfrm>
            <a:off x="3867150" y="504825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68" name="node-s20">
            <a:extLst>
              <a:ext uri="{FF2B5EF4-FFF2-40B4-BE49-F238E27FC236}">
                <a16:creationId xmlns:a16="http://schemas.microsoft.com/office/drawing/2014/main" id="{B7F3ECB5-BD5D-4536-93EB-744B79E33D0B}"/>
              </a:ext>
            </a:extLst>
          </p:cNvPr>
          <p:cNvSpPr>
            <a:spLocks noGrp="1"/>
          </p:cNvSpPr>
          <p:nvPr/>
        </p:nvSpPr>
        <p:spPr>
          <a:xfrm>
            <a:off x="5181600" y="504825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 dirty="0" err="1">
                <a:solidFill>
                  <a:srgbClr val="B45309"/>
                </a:solidFill>
              </a:rPr>
              <a:t>결제하기</a:t>
            </a:r>
            <a:r>
              <a:rPr sz="1125" b="1" dirty="0">
                <a:solidFill>
                  <a:srgbClr val="B45309"/>
                </a:solidFill>
              </a:rPr>
              <a:t> </a:t>
            </a:r>
            <a:r>
              <a:rPr sz="1125" b="1" dirty="0" err="1">
                <a:solidFill>
                  <a:srgbClr val="B45309"/>
                </a:solidFill>
              </a:rPr>
              <a:t>btn</a:t>
            </a:r>
            <a:endParaRPr sz="1125" b="1" dirty="0">
              <a:solidFill>
                <a:srgbClr val="B45309"/>
              </a:solidFill>
            </a:endParaRPr>
          </a:p>
        </p:txBody>
      </p:sp>
      <p:cxnSp>
        <p:nvCxnSpPr>
          <p:cNvPr id="142" name="직선 화살표 연결선 141"/>
          <p:cNvCxnSpPr>
            <a:cxnSpLocks/>
            <a:stCxn id="64" idx="3"/>
            <a:endCxn id="65" idx="1"/>
          </p:cNvCxnSpPr>
          <p:nvPr/>
        </p:nvCxnSpPr>
        <p:spPr>
          <a:xfrm>
            <a:off x="1524000" y="52387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3" name="직선 화살표 연결선 142"/>
          <p:cNvCxnSpPr>
            <a:stCxn id="65" idx="3"/>
            <a:endCxn id="66" idx="1"/>
          </p:cNvCxnSpPr>
          <p:nvPr/>
        </p:nvCxnSpPr>
        <p:spPr>
          <a:xfrm>
            <a:off x="2609850" y="52387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4" name="직선 화살표 연결선 143"/>
          <p:cNvCxnSpPr>
            <a:stCxn id="66" idx="3"/>
            <a:endCxn id="67" idx="1"/>
          </p:cNvCxnSpPr>
          <p:nvPr/>
        </p:nvCxnSpPr>
        <p:spPr>
          <a:xfrm>
            <a:off x="3695700" y="52387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5" name="직선 화살표 연결선 144"/>
          <p:cNvCxnSpPr>
            <a:stCxn id="67" idx="3"/>
            <a:endCxn id="68" idx="1"/>
          </p:cNvCxnSpPr>
          <p:nvPr/>
        </p:nvCxnSpPr>
        <p:spPr>
          <a:xfrm>
            <a:off x="5010150" y="52387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247554B1-02B5-F873-F5A4-BC4430FE4764}"/>
              </a:ext>
            </a:extLst>
          </p:cNvPr>
          <p:cNvCxnSpPr>
            <a:cxnSpLocks/>
            <a:stCxn id="40" idx="2"/>
            <a:endCxn id="38" idx="2"/>
          </p:cNvCxnSpPr>
          <p:nvPr/>
        </p:nvCxnSpPr>
        <p:spPr>
          <a:xfrm rot="5400000" flipH="1">
            <a:off x="3146208" y="2797393"/>
            <a:ext cx="136959" cy="2124075"/>
          </a:xfrm>
          <a:prstGeom prst="bentConnector3">
            <a:avLst>
              <a:gd name="adj1" fmla="val -143983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06" name="screen-label-1-1-payment-1110">
            <a:extLst>
              <a:ext uri="{FF2B5EF4-FFF2-40B4-BE49-F238E27FC236}">
                <a16:creationId xmlns:a16="http://schemas.microsoft.com/office/drawing/2014/main" id="{EDF703CB-3D5F-85B0-00EF-862A740E6DD5}"/>
              </a:ext>
            </a:extLst>
          </p:cNvPr>
          <p:cNvSpPr>
            <a:spLocks noGrp="1"/>
          </p:cNvSpPr>
          <p:nvPr/>
        </p:nvSpPr>
        <p:spPr>
          <a:xfrm>
            <a:off x="2786640" y="31623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 dirty="0" err="1">
                <a:solidFill>
                  <a:srgbClr val="B45309"/>
                </a:solidFill>
              </a:rPr>
              <a:t>결제</a:t>
            </a:r>
            <a:r>
              <a:rPr sz="750" b="1" dirty="0">
                <a:solidFill>
                  <a:srgbClr val="B45309"/>
                </a:solidFill>
              </a:rPr>
              <a:t> page</a:t>
            </a:r>
          </a:p>
        </p:txBody>
      </p:sp>
      <p:sp>
        <p:nvSpPr>
          <p:cNvPr id="108" name="node-s15">
            <a:extLst>
              <a:ext uri="{FF2B5EF4-FFF2-40B4-BE49-F238E27FC236}">
                <a16:creationId xmlns:a16="http://schemas.microsoft.com/office/drawing/2014/main" id="{B8FED289-92ED-2DA4-DE8D-9E863B6D6B25}"/>
              </a:ext>
            </a:extLst>
          </p:cNvPr>
          <p:cNvSpPr>
            <a:spLocks noGrp="1"/>
          </p:cNvSpPr>
          <p:nvPr/>
        </p:nvSpPr>
        <p:spPr>
          <a:xfrm>
            <a:off x="2805690" y="3409950"/>
            <a:ext cx="532243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lang="en-US" sz="1125" b="1" dirty="0">
                <a:solidFill>
                  <a:srgbClr val="B45309"/>
                </a:solidFill>
              </a:rPr>
              <a:t>back</a:t>
            </a:r>
            <a:endParaRPr sz="1125" b="1" dirty="0">
              <a:solidFill>
                <a:srgbClr val="B45309"/>
              </a:solidFill>
            </a:endParaRPr>
          </a:p>
        </p:txBody>
      </p:sp>
      <p:sp>
        <p:nvSpPr>
          <p:cNvPr id="130" name="screen-label-1-1-search-462">
            <a:extLst>
              <a:ext uri="{FF2B5EF4-FFF2-40B4-BE49-F238E27FC236}">
                <a16:creationId xmlns:a16="http://schemas.microsoft.com/office/drawing/2014/main" id="{90A8DF23-34E6-EF3C-C606-344FA62D023B}"/>
              </a:ext>
            </a:extLst>
          </p:cNvPr>
          <p:cNvSpPr>
            <a:spLocks noGrp="1"/>
          </p:cNvSpPr>
          <p:nvPr/>
        </p:nvSpPr>
        <p:spPr>
          <a:xfrm>
            <a:off x="4232060" y="3883223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False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screen-label-1-1-search-462">
            <a:extLst>
              <a:ext uri="{FF2B5EF4-FFF2-40B4-BE49-F238E27FC236}">
                <a16:creationId xmlns:a16="http://schemas.microsoft.com/office/drawing/2014/main" id="{57EBB487-C73C-7393-D518-5A2A02813653}"/>
              </a:ext>
            </a:extLst>
          </p:cNvPr>
          <p:cNvSpPr>
            <a:spLocks noGrp="1"/>
          </p:cNvSpPr>
          <p:nvPr/>
        </p:nvSpPr>
        <p:spPr>
          <a:xfrm>
            <a:off x="4886324" y="3419977"/>
            <a:ext cx="409576" cy="202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86452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creen-band-2-3-payment-608">
            <a:extLst>
              <a:ext uri="{FF2B5EF4-FFF2-40B4-BE49-F238E27FC236}">
                <a16:creationId xmlns:a16="http://schemas.microsoft.com/office/drawing/2014/main" id="{988B72A7-1E9B-A345-5091-1A8A6D009F28}"/>
              </a:ext>
            </a:extLst>
          </p:cNvPr>
          <p:cNvSpPr>
            <a:spLocks noGrp="1"/>
          </p:cNvSpPr>
          <p:nvPr/>
        </p:nvSpPr>
        <p:spPr>
          <a:xfrm>
            <a:off x="3135630" y="4019548"/>
            <a:ext cx="1333500" cy="847717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creen-band-2-3-payment-608">
            <a:extLst>
              <a:ext uri="{FF2B5EF4-FFF2-40B4-BE49-F238E27FC236}">
                <a16:creationId xmlns:a16="http://schemas.microsoft.com/office/drawing/2014/main" id="{FC35B5F6-08AF-E61B-8F08-8AF944C03DBC}"/>
              </a:ext>
            </a:extLst>
          </p:cNvPr>
          <p:cNvSpPr>
            <a:spLocks noGrp="1"/>
          </p:cNvSpPr>
          <p:nvPr/>
        </p:nvSpPr>
        <p:spPr>
          <a:xfrm>
            <a:off x="8698232" y="2733675"/>
            <a:ext cx="1333500" cy="8477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creen-band-2-3-payment-608">
            <a:extLst>
              <a:ext uri="{FF2B5EF4-FFF2-40B4-BE49-F238E27FC236}">
                <a16:creationId xmlns:a16="http://schemas.microsoft.com/office/drawing/2014/main" id="{E1782757-422A-7F8D-701C-1AF2237EB94E}"/>
              </a:ext>
            </a:extLst>
          </p:cNvPr>
          <p:cNvSpPr>
            <a:spLocks noGrp="1"/>
          </p:cNvSpPr>
          <p:nvPr/>
        </p:nvSpPr>
        <p:spPr>
          <a:xfrm>
            <a:off x="2687955" y="1457325"/>
            <a:ext cx="1333500" cy="86677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kicker">
            <a:extLst>
              <a:ext uri="{FF2B5EF4-FFF2-40B4-BE49-F238E27FC236}">
                <a16:creationId xmlns:a16="http://schemas.microsoft.com/office/drawing/2014/main" id="{E1B027DA-DC40-4408-B893-DA654F7E7A06}"/>
              </a:ext>
            </a:extLst>
          </p:cNvPr>
          <p:cNvSpPr>
            <a:spLocks noGrp="1"/>
          </p:cNvSpPr>
          <p:nvPr/>
        </p:nvSpPr>
        <p:spPr>
          <a:xfrm>
            <a:off x="476250" y="2095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348FCF-A3DC-4886-B47C-8002268D39C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2: Last Seat Selection</a:t>
            </a:r>
          </a:p>
        </p:txBody>
      </p:sp>
      <p:sp>
        <p:nvSpPr>
          <p:cNvPr id="4" name="case-title-2-0">
            <a:extLst>
              <a:ext uri="{FF2B5EF4-FFF2-40B4-BE49-F238E27FC236}">
                <a16:creationId xmlns:a16="http://schemas.microsoft.com/office/drawing/2014/main" id="{B69CFCA5-EE34-4DA0-8CF6-6FA6EE47474F}"/>
              </a:ext>
            </a:extLst>
          </p:cNvPr>
          <p:cNvSpPr>
            <a:spLocks noGrp="1"/>
          </p:cNvSpPr>
          <p:nvPr/>
        </p:nvSpPr>
        <p:spPr>
          <a:xfrm>
            <a:off x="495300" y="1204914"/>
            <a:ext cx="115443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803D"/>
                </a:solidFill>
              </a:defRPr>
            </a:pPr>
            <a:r>
              <a:rPr lang="en-US" sz="1350" b="1" dirty="0">
                <a:solidFill>
                  <a:srgbClr val="15803D"/>
                </a:solidFill>
              </a:rPr>
              <a:t>Task2-</a:t>
            </a:r>
            <a:r>
              <a:rPr sz="1350" b="1" dirty="0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2-0-search-146">
            <a:extLst>
              <a:ext uri="{FF2B5EF4-FFF2-40B4-BE49-F238E27FC236}">
                <a16:creationId xmlns:a16="http://schemas.microsoft.com/office/drawing/2014/main" id="{F924E157-001E-4E7E-A688-A0CC196AD61B}"/>
              </a:ext>
            </a:extLst>
          </p:cNvPr>
          <p:cNvSpPr>
            <a:spLocks noGrp="1"/>
          </p:cNvSpPr>
          <p:nvPr/>
        </p:nvSpPr>
        <p:spPr>
          <a:xfrm>
            <a:off x="534150" y="1466850"/>
            <a:ext cx="2153805" cy="86677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creen-label-2-0-search-146">
            <a:extLst>
              <a:ext uri="{FF2B5EF4-FFF2-40B4-BE49-F238E27FC236}">
                <a16:creationId xmlns:a16="http://schemas.microsoft.com/office/drawing/2014/main" id="{B136FCAA-55A9-4AE9-B255-EE44F5978001}"/>
              </a:ext>
            </a:extLst>
          </p:cNvPr>
          <p:cNvSpPr>
            <a:spLocks noGrp="1"/>
          </p:cNvSpPr>
          <p:nvPr/>
        </p:nvSpPr>
        <p:spPr>
          <a:xfrm>
            <a:off x="592455" y="15240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9" name="node-s21">
            <a:extLst>
              <a:ext uri="{FF2B5EF4-FFF2-40B4-BE49-F238E27FC236}">
                <a16:creationId xmlns:a16="http://schemas.microsoft.com/office/drawing/2014/main" id="{BBC69F0F-C836-492B-9B2F-0DD865509A6C}"/>
              </a:ext>
            </a:extLst>
          </p:cNvPr>
          <p:cNvSpPr>
            <a:spLocks noGrp="1"/>
          </p:cNvSpPr>
          <p:nvPr/>
        </p:nvSpPr>
        <p:spPr>
          <a:xfrm>
            <a:off x="611505" y="1771650"/>
            <a:ext cx="895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sz="1125" b="1" dirty="0">
                <a:solidFill>
                  <a:srgbClr val="1D4ED8"/>
                </a:solidFill>
              </a:rPr>
              <a:t>Select train</a:t>
            </a:r>
            <a:endParaRPr sz="1125" b="1" dirty="0">
              <a:solidFill>
                <a:srgbClr val="1D4ED8"/>
              </a:solidFill>
            </a:endParaRPr>
          </a:p>
        </p:txBody>
      </p:sp>
      <p:sp>
        <p:nvSpPr>
          <p:cNvPr id="10" name="node-s22">
            <a:extLst>
              <a:ext uri="{FF2B5EF4-FFF2-40B4-BE49-F238E27FC236}">
                <a16:creationId xmlns:a16="http://schemas.microsoft.com/office/drawing/2014/main" id="{CFB8FA2D-0E8C-433A-899B-D73E05915FD4}"/>
              </a:ext>
            </a:extLst>
          </p:cNvPr>
          <p:cNvSpPr>
            <a:spLocks noGrp="1"/>
          </p:cNvSpPr>
          <p:nvPr/>
        </p:nvSpPr>
        <p:spPr>
          <a:xfrm>
            <a:off x="1678305" y="177165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cxnSp>
        <p:nvCxnSpPr>
          <p:cNvPr id="79" name="직선 화살표 연결선 78"/>
          <p:cNvCxnSpPr>
            <a:cxnSpLocks/>
            <a:stCxn id="9" idx="3"/>
            <a:endCxn id="10" idx="1"/>
          </p:cNvCxnSpPr>
          <p:nvPr/>
        </p:nvCxnSpPr>
        <p:spPr>
          <a:xfrm>
            <a:off x="1506855" y="19621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80" name="직선 화살표 연결선 79"/>
          <p:cNvCxnSpPr>
            <a:cxnSpLocks/>
            <a:stCxn id="10" idx="3"/>
            <a:endCxn id="64" idx="1"/>
          </p:cNvCxnSpPr>
          <p:nvPr/>
        </p:nvCxnSpPr>
        <p:spPr>
          <a:xfrm flipV="1">
            <a:off x="2592705" y="1952625"/>
            <a:ext cx="190500" cy="9525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4" name="case-title-2-1">
            <a:extLst>
              <a:ext uri="{FF2B5EF4-FFF2-40B4-BE49-F238E27FC236}">
                <a16:creationId xmlns:a16="http://schemas.microsoft.com/office/drawing/2014/main" id="{A14063BA-CFD3-4F99-AB7F-10A5261000E9}"/>
              </a:ext>
            </a:extLst>
          </p:cNvPr>
          <p:cNvSpPr>
            <a:spLocks noGrp="1"/>
          </p:cNvSpPr>
          <p:nvPr/>
        </p:nvSpPr>
        <p:spPr>
          <a:xfrm>
            <a:off x="495300" y="24669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91C1C"/>
                </a:solidFill>
              </a:defRPr>
            </a:pPr>
            <a:r>
              <a:rPr lang="en-US" sz="1350" b="1" dirty="0">
                <a:solidFill>
                  <a:srgbClr val="B91C1C"/>
                </a:solidFill>
              </a:rPr>
              <a:t>Task2-</a:t>
            </a:r>
            <a:r>
              <a:rPr sz="1350" b="1" dirty="0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15" name="screen-band-2-1-search-146">
            <a:extLst>
              <a:ext uri="{FF2B5EF4-FFF2-40B4-BE49-F238E27FC236}">
                <a16:creationId xmlns:a16="http://schemas.microsoft.com/office/drawing/2014/main" id="{36BFC141-E1B2-4750-97F4-89BF8295B163}"/>
              </a:ext>
            </a:extLst>
          </p:cNvPr>
          <p:cNvSpPr>
            <a:spLocks noGrp="1"/>
          </p:cNvSpPr>
          <p:nvPr/>
        </p:nvSpPr>
        <p:spPr>
          <a:xfrm>
            <a:off x="534150" y="2743200"/>
            <a:ext cx="2401455" cy="8477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creen-label-2-1-search-146">
            <a:extLst>
              <a:ext uri="{FF2B5EF4-FFF2-40B4-BE49-F238E27FC236}">
                <a16:creationId xmlns:a16="http://schemas.microsoft.com/office/drawing/2014/main" id="{849D220F-57A0-4E37-8CDA-3EB7C01736B1}"/>
              </a:ext>
            </a:extLst>
          </p:cNvPr>
          <p:cNvSpPr>
            <a:spLocks noGrp="1"/>
          </p:cNvSpPr>
          <p:nvPr/>
        </p:nvSpPr>
        <p:spPr>
          <a:xfrm>
            <a:off x="592455" y="2800350"/>
            <a:ext cx="2114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17" name="screen-band-2-1-seat-382">
            <a:extLst>
              <a:ext uri="{FF2B5EF4-FFF2-40B4-BE49-F238E27FC236}">
                <a16:creationId xmlns:a16="http://schemas.microsoft.com/office/drawing/2014/main" id="{2C7E784E-57BC-46E3-9032-E5CB4EC36216}"/>
              </a:ext>
            </a:extLst>
          </p:cNvPr>
          <p:cNvSpPr>
            <a:spLocks noGrp="1"/>
          </p:cNvSpPr>
          <p:nvPr/>
        </p:nvSpPr>
        <p:spPr>
          <a:xfrm>
            <a:off x="2916555" y="2743200"/>
            <a:ext cx="4657727" cy="84772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creen-label-2-1-seat-382">
            <a:extLst>
              <a:ext uri="{FF2B5EF4-FFF2-40B4-BE49-F238E27FC236}">
                <a16:creationId xmlns:a16="http://schemas.microsoft.com/office/drawing/2014/main" id="{63ED3C4B-8ADD-444A-A717-1ECCB6E3AAB5}"/>
              </a:ext>
            </a:extLst>
          </p:cNvPr>
          <p:cNvSpPr>
            <a:spLocks noGrp="1"/>
          </p:cNvSpPr>
          <p:nvPr/>
        </p:nvSpPr>
        <p:spPr>
          <a:xfrm>
            <a:off x="2992755" y="28003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19" name="screen-band-2-1-search-756">
            <a:extLst>
              <a:ext uri="{FF2B5EF4-FFF2-40B4-BE49-F238E27FC236}">
                <a16:creationId xmlns:a16="http://schemas.microsoft.com/office/drawing/2014/main" id="{6946751A-5262-4B30-8C35-2D0627C4F977}"/>
              </a:ext>
            </a:extLst>
          </p:cNvPr>
          <p:cNvSpPr>
            <a:spLocks noGrp="1"/>
          </p:cNvSpPr>
          <p:nvPr/>
        </p:nvSpPr>
        <p:spPr>
          <a:xfrm>
            <a:off x="7574282" y="2743200"/>
            <a:ext cx="1143000" cy="8477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creen-label-2-1-search-756">
            <a:extLst>
              <a:ext uri="{FF2B5EF4-FFF2-40B4-BE49-F238E27FC236}">
                <a16:creationId xmlns:a16="http://schemas.microsoft.com/office/drawing/2014/main" id="{7F4B79AA-0D83-4C59-9375-659AA3335F07}"/>
              </a:ext>
            </a:extLst>
          </p:cNvPr>
          <p:cNvSpPr>
            <a:spLocks noGrp="1"/>
          </p:cNvSpPr>
          <p:nvPr/>
        </p:nvSpPr>
        <p:spPr>
          <a:xfrm>
            <a:off x="7688582" y="28003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23" name="node-s24">
            <a:extLst>
              <a:ext uri="{FF2B5EF4-FFF2-40B4-BE49-F238E27FC236}">
                <a16:creationId xmlns:a16="http://schemas.microsoft.com/office/drawing/2014/main" id="{822DD282-7E72-4017-9ED9-134B2A6479D4}"/>
              </a:ext>
            </a:extLst>
          </p:cNvPr>
          <p:cNvSpPr>
            <a:spLocks noGrp="1"/>
          </p:cNvSpPr>
          <p:nvPr/>
        </p:nvSpPr>
        <p:spPr>
          <a:xfrm>
            <a:off x="611505" y="3048000"/>
            <a:ext cx="895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24" name="node-s25">
            <a:extLst>
              <a:ext uri="{FF2B5EF4-FFF2-40B4-BE49-F238E27FC236}">
                <a16:creationId xmlns:a16="http://schemas.microsoft.com/office/drawing/2014/main" id="{F158FAEA-B06E-4657-9FC1-B9724AB575A9}"/>
              </a:ext>
            </a:extLst>
          </p:cNvPr>
          <p:cNvSpPr>
            <a:spLocks noGrp="1"/>
          </p:cNvSpPr>
          <p:nvPr/>
        </p:nvSpPr>
        <p:spPr>
          <a:xfrm>
            <a:off x="1678305" y="3048000"/>
            <a:ext cx="11620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25" name="node-s26">
            <a:extLst>
              <a:ext uri="{FF2B5EF4-FFF2-40B4-BE49-F238E27FC236}">
                <a16:creationId xmlns:a16="http://schemas.microsoft.com/office/drawing/2014/main" id="{817FAE59-D23E-4227-8A7E-251A82E6286C}"/>
              </a:ext>
            </a:extLst>
          </p:cNvPr>
          <p:cNvSpPr>
            <a:spLocks noGrp="1"/>
          </p:cNvSpPr>
          <p:nvPr/>
        </p:nvSpPr>
        <p:spPr>
          <a:xfrm>
            <a:off x="4401878" y="2943225"/>
            <a:ext cx="1981200" cy="59055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6D28D9"/>
                </a:solidFill>
              </a:defRPr>
            </a:pPr>
            <a:r>
              <a:rPr lang="en-US" sz="975" b="1" dirty="0">
                <a:solidFill>
                  <a:srgbClr val="6D28D9"/>
                </a:solidFill>
              </a:rPr>
              <a:t>Manual </a:t>
            </a:r>
          </a:p>
          <a:p>
            <a:pPr algn="ctr">
              <a:defRPr sz="975" b="1">
                <a:solidFill>
                  <a:srgbClr val="6D28D9"/>
                </a:solidFill>
              </a:defRPr>
            </a:pPr>
            <a:r>
              <a:rPr lang="en-US" sz="975" b="1" dirty="0">
                <a:solidFill>
                  <a:srgbClr val="6D28D9"/>
                </a:solidFill>
              </a:rPr>
              <a:t>last-seat search feel inefficient</a:t>
            </a:r>
            <a:endParaRPr sz="975" b="1" dirty="0">
              <a:solidFill>
                <a:srgbClr val="6D28D9"/>
              </a:solidFill>
            </a:endParaRPr>
          </a:p>
        </p:txBody>
      </p:sp>
      <p:sp>
        <p:nvSpPr>
          <p:cNvPr id="26" name="node-s27">
            <a:extLst>
              <a:ext uri="{FF2B5EF4-FFF2-40B4-BE49-F238E27FC236}">
                <a16:creationId xmlns:a16="http://schemas.microsoft.com/office/drawing/2014/main" id="{44604414-3A2F-427F-9EBA-65116EDF200D}"/>
              </a:ext>
            </a:extLst>
          </p:cNvPr>
          <p:cNvSpPr>
            <a:spLocks noGrp="1"/>
          </p:cNvSpPr>
          <p:nvPr/>
        </p:nvSpPr>
        <p:spPr>
          <a:xfrm>
            <a:off x="3002280" y="3048000"/>
            <a:ext cx="1209675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Change car</a:t>
            </a:r>
          </a:p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(to find last seat)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7" name="node-s28">
            <a:extLst>
              <a:ext uri="{FF2B5EF4-FFF2-40B4-BE49-F238E27FC236}">
                <a16:creationId xmlns:a16="http://schemas.microsoft.com/office/drawing/2014/main" id="{A8492B6F-7C22-46A5-AC2D-4F5D4409149F}"/>
              </a:ext>
            </a:extLst>
          </p:cNvPr>
          <p:cNvSpPr>
            <a:spLocks noGrp="1"/>
          </p:cNvSpPr>
          <p:nvPr/>
        </p:nvSpPr>
        <p:spPr>
          <a:xfrm>
            <a:off x="6583680" y="3048000"/>
            <a:ext cx="8382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back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8" name="node-s29">
            <a:extLst>
              <a:ext uri="{FF2B5EF4-FFF2-40B4-BE49-F238E27FC236}">
                <a16:creationId xmlns:a16="http://schemas.microsoft.com/office/drawing/2014/main" id="{F238D230-D8F9-43F6-AF01-62ABAA47C3FB}"/>
              </a:ext>
            </a:extLst>
          </p:cNvPr>
          <p:cNvSpPr>
            <a:spLocks noGrp="1"/>
          </p:cNvSpPr>
          <p:nvPr/>
        </p:nvSpPr>
        <p:spPr>
          <a:xfrm>
            <a:off x="7707632" y="304800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 dirty="0" err="1">
                <a:solidFill>
                  <a:srgbClr val="1D4ED8"/>
                </a:solidFill>
              </a:rPr>
              <a:t>예매</a:t>
            </a:r>
            <a:r>
              <a:rPr sz="1125" b="1" dirty="0">
                <a:solidFill>
                  <a:srgbClr val="1D4ED8"/>
                </a:solidFill>
              </a:rPr>
              <a:t> </a:t>
            </a:r>
            <a:r>
              <a:rPr sz="1125" b="1" dirty="0" err="1">
                <a:solidFill>
                  <a:srgbClr val="1D4ED8"/>
                </a:solidFill>
              </a:rPr>
              <a:t>btn</a:t>
            </a:r>
            <a:endParaRPr sz="1125" b="1" dirty="0">
              <a:solidFill>
                <a:srgbClr val="1D4ED8"/>
              </a:solidFill>
            </a:endParaRPr>
          </a:p>
        </p:txBody>
      </p:sp>
      <p:cxnSp>
        <p:nvCxnSpPr>
          <p:cNvPr id="97" name="직선 화살표 연결선 96"/>
          <p:cNvCxnSpPr>
            <a:cxnSpLocks/>
            <a:stCxn id="23" idx="3"/>
            <a:endCxn id="24" idx="1"/>
          </p:cNvCxnSpPr>
          <p:nvPr/>
        </p:nvCxnSpPr>
        <p:spPr>
          <a:xfrm>
            <a:off x="1506855" y="323850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8" name="직선 화살표 연결선 97"/>
          <p:cNvCxnSpPr>
            <a:cxnSpLocks/>
            <a:stCxn id="24" idx="3"/>
            <a:endCxn id="26" idx="1"/>
          </p:cNvCxnSpPr>
          <p:nvPr/>
        </p:nvCxnSpPr>
        <p:spPr>
          <a:xfrm>
            <a:off x="2840355" y="3238500"/>
            <a:ext cx="1619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9" name="직선 화살표 연결선 98"/>
          <p:cNvCxnSpPr>
            <a:cxnSpLocks/>
            <a:stCxn id="25" idx="3"/>
            <a:endCxn id="27" idx="1"/>
          </p:cNvCxnSpPr>
          <p:nvPr/>
        </p:nvCxnSpPr>
        <p:spPr>
          <a:xfrm>
            <a:off x="6383078" y="3238500"/>
            <a:ext cx="200602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0" name="직선 화살표 연결선 99"/>
          <p:cNvCxnSpPr>
            <a:cxnSpLocks/>
            <a:stCxn id="26" idx="3"/>
            <a:endCxn id="25" idx="1"/>
          </p:cNvCxnSpPr>
          <p:nvPr/>
        </p:nvCxnSpPr>
        <p:spPr>
          <a:xfrm>
            <a:off x="4211955" y="3238500"/>
            <a:ext cx="189923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1" name="직선 화살표 연결선 100"/>
          <p:cNvCxnSpPr>
            <a:stCxn id="27" idx="3"/>
            <a:endCxn id="28" idx="1"/>
          </p:cNvCxnSpPr>
          <p:nvPr/>
        </p:nvCxnSpPr>
        <p:spPr>
          <a:xfrm>
            <a:off x="7421880" y="3238500"/>
            <a:ext cx="285752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2" name="직선 화살표 연결선 101"/>
          <p:cNvCxnSpPr>
            <a:cxnSpLocks/>
            <a:stCxn id="28" idx="3"/>
            <a:endCxn id="72" idx="1"/>
          </p:cNvCxnSpPr>
          <p:nvPr/>
        </p:nvCxnSpPr>
        <p:spPr>
          <a:xfrm flipV="1">
            <a:off x="8622032" y="3228975"/>
            <a:ext cx="171450" cy="9525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3" name="연결선: 꺾임 102"/>
          <p:cNvCxnSpPr>
            <a:cxnSpLocks/>
            <a:stCxn id="25" idx="2"/>
            <a:endCxn id="26" idx="2"/>
          </p:cNvCxnSpPr>
          <p:nvPr/>
        </p:nvCxnSpPr>
        <p:spPr>
          <a:xfrm rot="5400000" flipH="1">
            <a:off x="4447410" y="2588708"/>
            <a:ext cx="104775" cy="1785360"/>
          </a:xfrm>
          <a:prstGeom prst="bentConnector3">
            <a:avLst>
              <a:gd name="adj1" fmla="val -218182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37" name="case-title-2-2">
            <a:extLst>
              <a:ext uri="{FF2B5EF4-FFF2-40B4-BE49-F238E27FC236}">
                <a16:creationId xmlns:a16="http://schemas.microsoft.com/office/drawing/2014/main" id="{6800556B-E0B8-4652-9DB6-883979E01C7A}"/>
              </a:ext>
            </a:extLst>
          </p:cNvPr>
          <p:cNvSpPr>
            <a:spLocks noGrp="1"/>
          </p:cNvSpPr>
          <p:nvPr/>
        </p:nvSpPr>
        <p:spPr>
          <a:xfrm>
            <a:off x="495300" y="3752840"/>
            <a:ext cx="126111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803D"/>
                </a:solidFill>
              </a:defRPr>
            </a:pPr>
            <a:r>
              <a:rPr lang="en-US" sz="1350" b="1" dirty="0">
                <a:solidFill>
                  <a:srgbClr val="15803D"/>
                </a:solidFill>
              </a:rPr>
              <a:t>Task2-</a:t>
            </a:r>
            <a:r>
              <a:rPr sz="1350" b="1" dirty="0">
                <a:solidFill>
                  <a:srgbClr val="15803D"/>
                </a:solidFill>
              </a:rPr>
              <a:t>B Best</a:t>
            </a:r>
          </a:p>
        </p:txBody>
      </p:sp>
      <p:sp>
        <p:nvSpPr>
          <p:cNvPr id="38" name="screen-band-2-2-search-146">
            <a:extLst>
              <a:ext uri="{FF2B5EF4-FFF2-40B4-BE49-F238E27FC236}">
                <a16:creationId xmlns:a16="http://schemas.microsoft.com/office/drawing/2014/main" id="{BAC4DB82-D57C-48DF-B81D-4E66280F80AD}"/>
              </a:ext>
            </a:extLst>
          </p:cNvPr>
          <p:cNvSpPr>
            <a:spLocks noGrp="1"/>
          </p:cNvSpPr>
          <p:nvPr/>
        </p:nvSpPr>
        <p:spPr>
          <a:xfrm>
            <a:off x="534150" y="4019549"/>
            <a:ext cx="1067955" cy="847717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creen-label-2-2-search-146">
            <a:extLst>
              <a:ext uri="{FF2B5EF4-FFF2-40B4-BE49-F238E27FC236}">
                <a16:creationId xmlns:a16="http://schemas.microsoft.com/office/drawing/2014/main" id="{6BBE3A9B-AB6F-463C-8355-D5CD1D504F1E}"/>
              </a:ext>
            </a:extLst>
          </p:cNvPr>
          <p:cNvSpPr>
            <a:spLocks noGrp="1"/>
          </p:cNvSpPr>
          <p:nvPr/>
        </p:nvSpPr>
        <p:spPr>
          <a:xfrm>
            <a:off x="592455" y="4076700"/>
            <a:ext cx="933450" cy="171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40" name="screen-band-2-2-status-242">
            <a:extLst>
              <a:ext uri="{FF2B5EF4-FFF2-40B4-BE49-F238E27FC236}">
                <a16:creationId xmlns:a16="http://schemas.microsoft.com/office/drawing/2014/main" id="{0E78C21B-F89F-4E58-B023-A8AD244E44FB}"/>
              </a:ext>
            </a:extLst>
          </p:cNvPr>
          <p:cNvSpPr>
            <a:spLocks noGrp="1"/>
          </p:cNvSpPr>
          <p:nvPr/>
        </p:nvSpPr>
        <p:spPr>
          <a:xfrm>
            <a:off x="1583055" y="4019549"/>
            <a:ext cx="1543050" cy="847717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creen-label-2-2-status-242">
            <a:extLst>
              <a:ext uri="{FF2B5EF4-FFF2-40B4-BE49-F238E27FC236}">
                <a16:creationId xmlns:a16="http://schemas.microsoft.com/office/drawing/2014/main" id="{D06C3521-7BF9-4D02-9A2B-DB4ED0960E53}"/>
              </a:ext>
            </a:extLst>
          </p:cNvPr>
          <p:cNvSpPr>
            <a:spLocks noGrp="1"/>
          </p:cNvSpPr>
          <p:nvPr/>
        </p:nvSpPr>
        <p:spPr>
          <a:xfrm>
            <a:off x="1659255" y="40767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</a:defRPr>
            </a:pPr>
            <a:r>
              <a:rPr sz="750" b="1">
                <a:solidFill>
                  <a:srgbClr val="0F766E"/>
                </a:solidFill>
              </a:rPr>
              <a:t>전호차 page</a:t>
            </a:r>
          </a:p>
        </p:txBody>
      </p:sp>
      <p:sp>
        <p:nvSpPr>
          <p:cNvPr id="44" name="node-s31">
            <a:extLst>
              <a:ext uri="{FF2B5EF4-FFF2-40B4-BE49-F238E27FC236}">
                <a16:creationId xmlns:a16="http://schemas.microsoft.com/office/drawing/2014/main" id="{67C76166-B668-48D2-9E56-51ABBFC4B047}"/>
              </a:ext>
            </a:extLst>
          </p:cNvPr>
          <p:cNvSpPr>
            <a:spLocks noGrp="1"/>
          </p:cNvSpPr>
          <p:nvPr/>
        </p:nvSpPr>
        <p:spPr>
          <a:xfrm>
            <a:off x="611505" y="4324350"/>
            <a:ext cx="895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45" name="node-s32">
            <a:extLst>
              <a:ext uri="{FF2B5EF4-FFF2-40B4-BE49-F238E27FC236}">
                <a16:creationId xmlns:a16="http://schemas.microsoft.com/office/drawing/2014/main" id="{9D35E7E1-7565-43D8-A56A-A574C7F59EBF}"/>
              </a:ext>
            </a:extLst>
          </p:cNvPr>
          <p:cNvSpPr>
            <a:spLocks noGrp="1"/>
          </p:cNvSpPr>
          <p:nvPr/>
        </p:nvSpPr>
        <p:spPr>
          <a:xfrm>
            <a:off x="1678305" y="4324350"/>
            <a:ext cx="13144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F766E"/>
                </a:solidFill>
              </a:defRPr>
            </a:pPr>
            <a:r>
              <a:rPr lang="ko-KR" altLang="en-US" sz="1125" b="1" dirty="0">
                <a:solidFill>
                  <a:srgbClr val="0F766E"/>
                </a:solidFill>
              </a:rPr>
              <a:t>좌석 </a:t>
            </a:r>
            <a:r>
              <a:rPr sz="1125" b="1" dirty="0" err="1">
                <a:solidFill>
                  <a:srgbClr val="0F766E"/>
                </a:solidFill>
              </a:rPr>
              <a:t>자동선택</a:t>
            </a:r>
            <a:r>
              <a:rPr sz="1125" b="1" dirty="0">
                <a:solidFill>
                  <a:srgbClr val="0F766E"/>
                </a:solidFill>
              </a:rPr>
              <a:t> </a:t>
            </a:r>
            <a:r>
              <a:rPr sz="1125" b="1" dirty="0" err="1">
                <a:solidFill>
                  <a:srgbClr val="0F766E"/>
                </a:solidFill>
              </a:rPr>
              <a:t>btn</a:t>
            </a:r>
            <a:endParaRPr sz="1125" b="1" dirty="0">
              <a:solidFill>
                <a:srgbClr val="0F766E"/>
              </a:solidFill>
            </a:endParaRPr>
          </a:p>
        </p:txBody>
      </p:sp>
      <p:cxnSp>
        <p:nvCxnSpPr>
          <p:cNvPr id="114" name="직선 화살표 연결선 113"/>
          <p:cNvCxnSpPr>
            <a:cxnSpLocks/>
            <a:stCxn id="44" idx="3"/>
            <a:endCxn id="45" idx="1"/>
          </p:cNvCxnSpPr>
          <p:nvPr/>
        </p:nvCxnSpPr>
        <p:spPr>
          <a:xfrm>
            <a:off x="1506855" y="451485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15" name="직선 화살표 연결선 114"/>
          <p:cNvCxnSpPr>
            <a:cxnSpLocks/>
            <a:stCxn id="45" idx="3"/>
            <a:endCxn id="78" idx="1"/>
          </p:cNvCxnSpPr>
          <p:nvPr/>
        </p:nvCxnSpPr>
        <p:spPr>
          <a:xfrm flipV="1">
            <a:off x="2992755" y="4514849"/>
            <a:ext cx="238125" cy="1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49" name="case-title-2-3">
            <a:extLst>
              <a:ext uri="{FF2B5EF4-FFF2-40B4-BE49-F238E27FC236}">
                <a16:creationId xmlns:a16="http://schemas.microsoft.com/office/drawing/2014/main" id="{3071F6B7-3EA5-4547-8A5C-BC18F75A871B}"/>
              </a:ext>
            </a:extLst>
          </p:cNvPr>
          <p:cNvSpPr>
            <a:spLocks noGrp="1"/>
          </p:cNvSpPr>
          <p:nvPr/>
        </p:nvSpPr>
        <p:spPr>
          <a:xfrm>
            <a:off x="495300" y="5000633"/>
            <a:ext cx="133349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91C1C"/>
                </a:solidFill>
              </a:defRPr>
            </a:pPr>
            <a:r>
              <a:rPr lang="en-US" sz="1350" b="1" dirty="0">
                <a:solidFill>
                  <a:srgbClr val="B91C1C"/>
                </a:solidFill>
              </a:rPr>
              <a:t>Task2-</a:t>
            </a:r>
            <a:r>
              <a:rPr sz="1350" b="1" dirty="0">
                <a:solidFill>
                  <a:srgbClr val="B91C1C"/>
                </a:solidFill>
              </a:rPr>
              <a:t>B Worst</a:t>
            </a:r>
          </a:p>
        </p:txBody>
      </p:sp>
      <p:sp>
        <p:nvSpPr>
          <p:cNvPr id="50" name="screen-band-2-3-search-146">
            <a:extLst>
              <a:ext uri="{FF2B5EF4-FFF2-40B4-BE49-F238E27FC236}">
                <a16:creationId xmlns:a16="http://schemas.microsoft.com/office/drawing/2014/main" id="{FA6A0C0C-697D-4F5F-97B8-62757FAB22A3}"/>
              </a:ext>
            </a:extLst>
          </p:cNvPr>
          <p:cNvSpPr>
            <a:spLocks noGrp="1"/>
          </p:cNvSpPr>
          <p:nvPr/>
        </p:nvSpPr>
        <p:spPr>
          <a:xfrm>
            <a:off x="534150" y="5295899"/>
            <a:ext cx="1067955" cy="847719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creen-label-2-3-search-146">
            <a:extLst>
              <a:ext uri="{FF2B5EF4-FFF2-40B4-BE49-F238E27FC236}">
                <a16:creationId xmlns:a16="http://schemas.microsoft.com/office/drawing/2014/main" id="{C66EF067-6329-441C-9A69-22A09F8D0B09}"/>
              </a:ext>
            </a:extLst>
          </p:cNvPr>
          <p:cNvSpPr>
            <a:spLocks noGrp="1"/>
          </p:cNvSpPr>
          <p:nvPr/>
        </p:nvSpPr>
        <p:spPr>
          <a:xfrm>
            <a:off x="592455" y="5353050"/>
            <a:ext cx="952500" cy="171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52" name="screen-band-2-3-status-242">
            <a:extLst>
              <a:ext uri="{FF2B5EF4-FFF2-40B4-BE49-F238E27FC236}">
                <a16:creationId xmlns:a16="http://schemas.microsoft.com/office/drawing/2014/main" id="{75E282D4-1A61-4397-897F-0698CBBF0597}"/>
              </a:ext>
            </a:extLst>
          </p:cNvPr>
          <p:cNvSpPr>
            <a:spLocks noGrp="1"/>
          </p:cNvSpPr>
          <p:nvPr/>
        </p:nvSpPr>
        <p:spPr>
          <a:xfrm>
            <a:off x="1583055" y="5295899"/>
            <a:ext cx="1104900" cy="847719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creen-label-2-3-status-242">
            <a:extLst>
              <a:ext uri="{FF2B5EF4-FFF2-40B4-BE49-F238E27FC236}">
                <a16:creationId xmlns:a16="http://schemas.microsoft.com/office/drawing/2014/main" id="{D8E4955C-8720-440A-99B0-AF4AF6D60D91}"/>
              </a:ext>
            </a:extLst>
          </p:cNvPr>
          <p:cNvSpPr>
            <a:spLocks noGrp="1"/>
          </p:cNvSpPr>
          <p:nvPr/>
        </p:nvSpPr>
        <p:spPr>
          <a:xfrm>
            <a:off x="1659255" y="5353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</a:defRPr>
            </a:pPr>
            <a:r>
              <a:rPr sz="750" b="1">
                <a:solidFill>
                  <a:srgbClr val="0F766E"/>
                </a:solidFill>
              </a:rPr>
              <a:t>전호차 page</a:t>
            </a:r>
          </a:p>
        </p:txBody>
      </p:sp>
      <p:sp>
        <p:nvSpPr>
          <p:cNvPr id="54" name="screen-band-2-3-seat-356">
            <a:extLst>
              <a:ext uri="{FF2B5EF4-FFF2-40B4-BE49-F238E27FC236}">
                <a16:creationId xmlns:a16="http://schemas.microsoft.com/office/drawing/2014/main" id="{A2407A88-F4FB-48FD-97A1-9F01C46E8767}"/>
              </a:ext>
            </a:extLst>
          </p:cNvPr>
          <p:cNvSpPr>
            <a:spLocks noGrp="1"/>
          </p:cNvSpPr>
          <p:nvPr/>
        </p:nvSpPr>
        <p:spPr>
          <a:xfrm>
            <a:off x="2687955" y="5295899"/>
            <a:ext cx="2419350" cy="847719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creen-label-2-3-seat-356">
            <a:extLst>
              <a:ext uri="{FF2B5EF4-FFF2-40B4-BE49-F238E27FC236}">
                <a16:creationId xmlns:a16="http://schemas.microsoft.com/office/drawing/2014/main" id="{C90B4DEB-735A-4746-9D84-0D8C608388BC}"/>
              </a:ext>
            </a:extLst>
          </p:cNvPr>
          <p:cNvSpPr>
            <a:spLocks noGrp="1"/>
          </p:cNvSpPr>
          <p:nvPr/>
        </p:nvSpPr>
        <p:spPr>
          <a:xfrm>
            <a:off x="2745105" y="5353050"/>
            <a:ext cx="2266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56" name="screen-band-2-3-payment-608">
            <a:extLst>
              <a:ext uri="{FF2B5EF4-FFF2-40B4-BE49-F238E27FC236}">
                <a16:creationId xmlns:a16="http://schemas.microsoft.com/office/drawing/2014/main" id="{6F25EA53-0427-47CB-8C0E-D8C3BD8C8E63}"/>
              </a:ext>
            </a:extLst>
          </p:cNvPr>
          <p:cNvSpPr>
            <a:spLocks noGrp="1"/>
          </p:cNvSpPr>
          <p:nvPr/>
        </p:nvSpPr>
        <p:spPr>
          <a:xfrm>
            <a:off x="5069205" y="5295899"/>
            <a:ext cx="1333500" cy="847719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creen-label-2-3-payment-608">
            <a:extLst>
              <a:ext uri="{FF2B5EF4-FFF2-40B4-BE49-F238E27FC236}">
                <a16:creationId xmlns:a16="http://schemas.microsoft.com/office/drawing/2014/main" id="{407CB481-87D0-44B1-AC3F-DB89B2C1AB4B}"/>
              </a:ext>
            </a:extLst>
          </p:cNvPr>
          <p:cNvSpPr>
            <a:spLocks noGrp="1"/>
          </p:cNvSpPr>
          <p:nvPr/>
        </p:nvSpPr>
        <p:spPr>
          <a:xfrm>
            <a:off x="5145405" y="535305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58" name="node-s34">
            <a:extLst>
              <a:ext uri="{FF2B5EF4-FFF2-40B4-BE49-F238E27FC236}">
                <a16:creationId xmlns:a16="http://schemas.microsoft.com/office/drawing/2014/main" id="{F6C900C8-C3B6-484D-853D-69B4BA0700C1}"/>
              </a:ext>
            </a:extLst>
          </p:cNvPr>
          <p:cNvSpPr>
            <a:spLocks noGrp="1"/>
          </p:cNvSpPr>
          <p:nvPr/>
        </p:nvSpPr>
        <p:spPr>
          <a:xfrm>
            <a:off x="611505" y="5600700"/>
            <a:ext cx="895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59" name="node-s35">
            <a:extLst>
              <a:ext uri="{FF2B5EF4-FFF2-40B4-BE49-F238E27FC236}">
                <a16:creationId xmlns:a16="http://schemas.microsoft.com/office/drawing/2014/main" id="{453BEF30-9ABD-42B9-BB24-02BC9C875DF4}"/>
              </a:ext>
            </a:extLst>
          </p:cNvPr>
          <p:cNvSpPr>
            <a:spLocks noGrp="1"/>
          </p:cNvSpPr>
          <p:nvPr/>
        </p:nvSpPr>
        <p:spPr>
          <a:xfrm>
            <a:off x="1678305" y="560070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F766E"/>
                </a:solidFill>
              </a:defRPr>
            </a:pPr>
            <a:r>
              <a:rPr lang="en-US" sz="1125" b="1" dirty="0">
                <a:solidFill>
                  <a:srgbClr val="0F766E"/>
                </a:solidFill>
              </a:rPr>
              <a:t>Choose car</a:t>
            </a:r>
            <a:endParaRPr sz="1125" b="1" dirty="0">
              <a:solidFill>
                <a:srgbClr val="0F766E"/>
              </a:solidFill>
            </a:endParaRPr>
          </a:p>
        </p:txBody>
      </p:sp>
      <p:sp>
        <p:nvSpPr>
          <p:cNvPr id="60" name="node-s36">
            <a:extLst>
              <a:ext uri="{FF2B5EF4-FFF2-40B4-BE49-F238E27FC236}">
                <a16:creationId xmlns:a16="http://schemas.microsoft.com/office/drawing/2014/main" id="{B68FB886-EF1D-40A1-B529-6B58ED1D60DE}"/>
              </a:ext>
            </a:extLst>
          </p:cNvPr>
          <p:cNvSpPr>
            <a:spLocks noGrp="1"/>
          </p:cNvSpPr>
          <p:nvPr/>
        </p:nvSpPr>
        <p:spPr>
          <a:xfrm>
            <a:off x="2764155" y="560070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</a:t>
            </a:r>
          </a:p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last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61" name="node-s37">
            <a:extLst>
              <a:ext uri="{FF2B5EF4-FFF2-40B4-BE49-F238E27FC236}">
                <a16:creationId xmlns:a16="http://schemas.microsoft.com/office/drawing/2014/main" id="{E8F9E23B-F643-478D-B726-C8CC89D7FE75}"/>
              </a:ext>
            </a:extLst>
          </p:cNvPr>
          <p:cNvSpPr>
            <a:spLocks noGrp="1"/>
          </p:cNvSpPr>
          <p:nvPr/>
        </p:nvSpPr>
        <p:spPr>
          <a:xfrm>
            <a:off x="3850005" y="560070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62" name="node-s38">
            <a:extLst>
              <a:ext uri="{FF2B5EF4-FFF2-40B4-BE49-F238E27FC236}">
                <a16:creationId xmlns:a16="http://schemas.microsoft.com/office/drawing/2014/main" id="{2A739571-8677-440D-9ED3-924D71CA2B88}"/>
              </a:ext>
            </a:extLst>
          </p:cNvPr>
          <p:cNvSpPr>
            <a:spLocks noGrp="1"/>
          </p:cNvSpPr>
          <p:nvPr/>
        </p:nvSpPr>
        <p:spPr>
          <a:xfrm>
            <a:off x="5164455" y="560070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30" name="직선 화살표 연결선 129"/>
          <p:cNvCxnSpPr>
            <a:cxnSpLocks/>
            <a:stCxn id="58" idx="3"/>
            <a:endCxn id="59" idx="1"/>
          </p:cNvCxnSpPr>
          <p:nvPr/>
        </p:nvCxnSpPr>
        <p:spPr>
          <a:xfrm>
            <a:off x="1506855" y="579120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1" name="직선 화살표 연결선 130"/>
          <p:cNvCxnSpPr>
            <a:stCxn id="59" idx="3"/>
            <a:endCxn id="60" idx="1"/>
          </p:cNvCxnSpPr>
          <p:nvPr/>
        </p:nvCxnSpPr>
        <p:spPr>
          <a:xfrm>
            <a:off x="2592705" y="579120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2" name="직선 화살표 연결선 131"/>
          <p:cNvCxnSpPr>
            <a:stCxn id="60" idx="3"/>
            <a:endCxn id="61" idx="1"/>
          </p:cNvCxnSpPr>
          <p:nvPr/>
        </p:nvCxnSpPr>
        <p:spPr>
          <a:xfrm>
            <a:off x="3678555" y="579120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3" name="직선 화살표 연결선 132"/>
          <p:cNvCxnSpPr>
            <a:stCxn id="61" idx="3"/>
            <a:endCxn id="62" idx="1"/>
          </p:cNvCxnSpPr>
          <p:nvPr/>
        </p:nvCxnSpPr>
        <p:spPr>
          <a:xfrm>
            <a:off x="4993005" y="579120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48" name="screen-label-2-3-payment-608">
            <a:extLst>
              <a:ext uri="{FF2B5EF4-FFF2-40B4-BE49-F238E27FC236}">
                <a16:creationId xmlns:a16="http://schemas.microsoft.com/office/drawing/2014/main" id="{50FB5200-5605-2934-4483-6AF7C94D39F1}"/>
              </a:ext>
            </a:extLst>
          </p:cNvPr>
          <p:cNvSpPr>
            <a:spLocks noGrp="1"/>
          </p:cNvSpPr>
          <p:nvPr/>
        </p:nvSpPr>
        <p:spPr>
          <a:xfrm>
            <a:off x="2764155" y="151447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64" name="node-s38">
            <a:extLst>
              <a:ext uri="{FF2B5EF4-FFF2-40B4-BE49-F238E27FC236}">
                <a16:creationId xmlns:a16="http://schemas.microsoft.com/office/drawing/2014/main" id="{91487505-F8CF-FF9E-58C7-4703C4914141}"/>
              </a:ext>
            </a:extLst>
          </p:cNvPr>
          <p:cNvSpPr>
            <a:spLocks noGrp="1"/>
          </p:cNvSpPr>
          <p:nvPr/>
        </p:nvSpPr>
        <p:spPr>
          <a:xfrm>
            <a:off x="2783205" y="1762125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sp>
        <p:nvSpPr>
          <p:cNvPr id="70" name="screen-label-2-3-payment-608">
            <a:extLst>
              <a:ext uri="{FF2B5EF4-FFF2-40B4-BE49-F238E27FC236}">
                <a16:creationId xmlns:a16="http://schemas.microsoft.com/office/drawing/2014/main" id="{63121EA2-C87D-7AB2-DD22-0965DF43B30A}"/>
              </a:ext>
            </a:extLst>
          </p:cNvPr>
          <p:cNvSpPr>
            <a:spLocks noGrp="1"/>
          </p:cNvSpPr>
          <p:nvPr/>
        </p:nvSpPr>
        <p:spPr>
          <a:xfrm>
            <a:off x="8774432" y="2790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72" name="node-s38">
            <a:extLst>
              <a:ext uri="{FF2B5EF4-FFF2-40B4-BE49-F238E27FC236}">
                <a16:creationId xmlns:a16="http://schemas.microsoft.com/office/drawing/2014/main" id="{3605019F-3A00-D040-F4B6-D1007EB384B0}"/>
              </a:ext>
            </a:extLst>
          </p:cNvPr>
          <p:cNvSpPr>
            <a:spLocks noGrp="1"/>
          </p:cNvSpPr>
          <p:nvPr/>
        </p:nvSpPr>
        <p:spPr>
          <a:xfrm>
            <a:off x="8793482" y="3038475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sp>
        <p:nvSpPr>
          <p:cNvPr id="76" name="screen-label-2-3-payment-608">
            <a:extLst>
              <a:ext uri="{FF2B5EF4-FFF2-40B4-BE49-F238E27FC236}">
                <a16:creationId xmlns:a16="http://schemas.microsoft.com/office/drawing/2014/main" id="{F4B992C4-D6BC-F27B-FF73-732A3A1A8B6A}"/>
              </a:ext>
            </a:extLst>
          </p:cNvPr>
          <p:cNvSpPr>
            <a:spLocks noGrp="1"/>
          </p:cNvSpPr>
          <p:nvPr/>
        </p:nvSpPr>
        <p:spPr>
          <a:xfrm>
            <a:off x="3211830" y="4076699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 dirty="0" err="1">
                <a:solidFill>
                  <a:srgbClr val="B45309"/>
                </a:solidFill>
              </a:rPr>
              <a:t>결제</a:t>
            </a:r>
            <a:r>
              <a:rPr sz="750" b="1" dirty="0">
                <a:solidFill>
                  <a:srgbClr val="B45309"/>
                </a:solidFill>
              </a:rPr>
              <a:t> page</a:t>
            </a:r>
          </a:p>
        </p:txBody>
      </p:sp>
      <p:sp>
        <p:nvSpPr>
          <p:cNvPr id="78" name="node-s38">
            <a:extLst>
              <a:ext uri="{FF2B5EF4-FFF2-40B4-BE49-F238E27FC236}">
                <a16:creationId xmlns:a16="http://schemas.microsoft.com/office/drawing/2014/main" id="{0F9CF560-D680-A5CE-63D0-C5619537ED67}"/>
              </a:ext>
            </a:extLst>
          </p:cNvPr>
          <p:cNvSpPr>
            <a:spLocks noGrp="1"/>
          </p:cNvSpPr>
          <p:nvPr/>
        </p:nvSpPr>
        <p:spPr>
          <a:xfrm>
            <a:off x="3230880" y="4324349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 dirty="0" err="1">
                <a:solidFill>
                  <a:srgbClr val="B45309"/>
                </a:solidFill>
              </a:rPr>
              <a:t>결제하기</a:t>
            </a:r>
            <a:r>
              <a:rPr sz="1125" b="1" dirty="0">
                <a:solidFill>
                  <a:srgbClr val="B45309"/>
                </a:solidFill>
              </a:rPr>
              <a:t> </a:t>
            </a:r>
            <a:r>
              <a:rPr sz="1125" b="1" dirty="0" err="1">
                <a:solidFill>
                  <a:srgbClr val="B45309"/>
                </a:solidFill>
              </a:rPr>
              <a:t>btn</a:t>
            </a:r>
            <a:endParaRPr sz="1125" b="1" dirty="0">
              <a:solidFill>
                <a:srgbClr val="B45309"/>
              </a:solidFill>
            </a:endParaRPr>
          </a:p>
        </p:txBody>
      </p:sp>
      <p:sp>
        <p:nvSpPr>
          <p:cNvPr id="154" name="screen-label-1-1-search-462">
            <a:extLst>
              <a:ext uri="{FF2B5EF4-FFF2-40B4-BE49-F238E27FC236}">
                <a16:creationId xmlns:a16="http://schemas.microsoft.com/office/drawing/2014/main" id="{9CF5CC45-A417-D896-9DF1-5A38D4D05766}"/>
              </a:ext>
            </a:extLst>
          </p:cNvPr>
          <p:cNvSpPr>
            <a:spLocks noGrp="1"/>
          </p:cNvSpPr>
          <p:nvPr/>
        </p:nvSpPr>
        <p:spPr>
          <a:xfrm>
            <a:off x="5360007" y="3571044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False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6" name="screen-label-1-1-search-462">
            <a:extLst>
              <a:ext uri="{FF2B5EF4-FFF2-40B4-BE49-F238E27FC236}">
                <a16:creationId xmlns:a16="http://schemas.microsoft.com/office/drawing/2014/main" id="{B73A0B0F-4BBA-A42B-7591-8D96623106C7}"/>
              </a:ext>
            </a:extLst>
          </p:cNvPr>
          <p:cNvSpPr>
            <a:spLocks noGrp="1"/>
          </p:cNvSpPr>
          <p:nvPr/>
        </p:nvSpPr>
        <p:spPr>
          <a:xfrm>
            <a:off x="6269643" y="3048000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16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creen-band-3-4-payment-742">
            <a:extLst>
              <a:ext uri="{FF2B5EF4-FFF2-40B4-BE49-F238E27FC236}">
                <a16:creationId xmlns:a16="http://schemas.microsoft.com/office/drawing/2014/main" id="{5CA010A6-E7E7-7C0A-0726-1F593FB6A235}"/>
              </a:ext>
            </a:extLst>
          </p:cNvPr>
          <p:cNvSpPr>
            <a:spLocks noGrp="1"/>
          </p:cNvSpPr>
          <p:nvPr/>
        </p:nvSpPr>
        <p:spPr>
          <a:xfrm>
            <a:off x="2705099" y="2404056"/>
            <a:ext cx="1333500" cy="79633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5" name="screen-band-3-0-seat-382">
            <a:extLst>
              <a:ext uri="{FF2B5EF4-FFF2-40B4-BE49-F238E27FC236}">
                <a16:creationId xmlns:a16="http://schemas.microsoft.com/office/drawing/2014/main" id="{66D25B56-1220-A14A-0DE0-143F53FFECAE}"/>
              </a:ext>
            </a:extLst>
          </p:cNvPr>
          <p:cNvSpPr>
            <a:spLocks noGrp="1"/>
          </p:cNvSpPr>
          <p:nvPr/>
        </p:nvSpPr>
        <p:spPr>
          <a:xfrm>
            <a:off x="2857500" y="5739878"/>
            <a:ext cx="5581650" cy="819145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screen-band-3-4-payment-742">
            <a:extLst>
              <a:ext uri="{FF2B5EF4-FFF2-40B4-BE49-F238E27FC236}">
                <a16:creationId xmlns:a16="http://schemas.microsoft.com/office/drawing/2014/main" id="{6D56D25F-A6BF-529E-BE37-CD80000233DA}"/>
              </a:ext>
            </a:extLst>
          </p:cNvPr>
          <p:cNvSpPr>
            <a:spLocks noGrp="1"/>
          </p:cNvSpPr>
          <p:nvPr/>
        </p:nvSpPr>
        <p:spPr>
          <a:xfrm>
            <a:off x="9601200" y="1301105"/>
            <a:ext cx="1333500" cy="85344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screen-band-3-4-payment-742">
            <a:extLst>
              <a:ext uri="{FF2B5EF4-FFF2-40B4-BE49-F238E27FC236}">
                <a16:creationId xmlns:a16="http://schemas.microsoft.com/office/drawing/2014/main" id="{F360D3E8-062D-E8B5-763B-4003DB857C0B}"/>
              </a:ext>
            </a:extLst>
          </p:cNvPr>
          <p:cNvSpPr>
            <a:spLocks noGrp="1"/>
          </p:cNvSpPr>
          <p:nvPr/>
        </p:nvSpPr>
        <p:spPr>
          <a:xfrm>
            <a:off x="10215560" y="4263270"/>
            <a:ext cx="1333500" cy="81914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screen-band-3-0-seat-382">
            <a:extLst>
              <a:ext uri="{FF2B5EF4-FFF2-40B4-BE49-F238E27FC236}">
                <a16:creationId xmlns:a16="http://schemas.microsoft.com/office/drawing/2014/main" id="{0B2C0E7A-BEBA-1A33-CFFA-1325594D24A3}"/>
              </a:ext>
            </a:extLst>
          </p:cNvPr>
          <p:cNvSpPr>
            <a:spLocks noGrp="1"/>
          </p:cNvSpPr>
          <p:nvPr/>
        </p:nvSpPr>
        <p:spPr>
          <a:xfrm>
            <a:off x="4762498" y="3429000"/>
            <a:ext cx="5581650" cy="819145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screen-band-3-3-payment-612">
            <a:extLst>
              <a:ext uri="{FF2B5EF4-FFF2-40B4-BE49-F238E27FC236}">
                <a16:creationId xmlns:a16="http://schemas.microsoft.com/office/drawing/2014/main" id="{AAFA24E7-5D23-5A7B-9C66-12AC7A7595FB}"/>
              </a:ext>
            </a:extLst>
          </p:cNvPr>
          <p:cNvSpPr>
            <a:spLocks noGrp="1"/>
          </p:cNvSpPr>
          <p:nvPr/>
        </p:nvSpPr>
        <p:spPr>
          <a:xfrm>
            <a:off x="2686050" y="3429001"/>
            <a:ext cx="723900" cy="81914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kicker">
            <a:extLst>
              <a:ext uri="{FF2B5EF4-FFF2-40B4-BE49-F238E27FC236}">
                <a16:creationId xmlns:a16="http://schemas.microsoft.com/office/drawing/2014/main" id="{C2E8BB93-BE3A-4903-89C0-10CB342DA14F}"/>
              </a:ext>
            </a:extLst>
          </p:cNvPr>
          <p:cNvSpPr>
            <a:spLocks noGrp="1"/>
          </p:cNvSpPr>
          <p:nvPr/>
        </p:nvSpPr>
        <p:spPr>
          <a:xfrm>
            <a:off x="476250" y="2095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40C2B33-6DB1-4D07-9A53-13537A9276FD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3: Window Seat Selection</a:t>
            </a:r>
          </a:p>
        </p:txBody>
      </p:sp>
      <p:sp>
        <p:nvSpPr>
          <p:cNvPr id="4" name="case-title-3-0">
            <a:extLst>
              <a:ext uri="{FF2B5EF4-FFF2-40B4-BE49-F238E27FC236}">
                <a16:creationId xmlns:a16="http://schemas.microsoft.com/office/drawing/2014/main" id="{50708A03-DF5D-4F00-9DBE-D31150B6EACE}"/>
              </a:ext>
            </a:extLst>
          </p:cNvPr>
          <p:cNvSpPr>
            <a:spLocks noGrp="1"/>
          </p:cNvSpPr>
          <p:nvPr/>
        </p:nvSpPr>
        <p:spPr>
          <a:xfrm>
            <a:off x="495300" y="1011549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803D"/>
                </a:solidFill>
              </a:defRPr>
            </a:pPr>
            <a:r>
              <a:rPr lang="en-US" sz="1350" b="1" dirty="0">
                <a:solidFill>
                  <a:srgbClr val="15803D"/>
                </a:solidFill>
              </a:rPr>
              <a:t>Task3-</a:t>
            </a:r>
            <a:r>
              <a:rPr sz="1350" b="1" dirty="0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3-0-search-146">
            <a:extLst>
              <a:ext uri="{FF2B5EF4-FFF2-40B4-BE49-F238E27FC236}">
                <a16:creationId xmlns:a16="http://schemas.microsoft.com/office/drawing/2014/main" id="{D43FDF9C-67E6-4AC4-A933-08B9C0F6FD69}"/>
              </a:ext>
            </a:extLst>
          </p:cNvPr>
          <p:cNvSpPr>
            <a:spLocks noGrp="1"/>
          </p:cNvSpPr>
          <p:nvPr/>
        </p:nvSpPr>
        <p:spPr>
          <a:xfrm>
            <a:off x="560070" y="1306824"/>
            <a:ext cx="2392680" cy="84772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creen-label-3-0-search-146">
            <a:extLst>
              <a:ext uri="{FF2B5EF4-FFF2-40B4-BE49-F238E27FC236}">
                <a16:creationId xmlns:a16="http://schemas.microsoft.com/office/drawing/2014/main" id="{702F3DC6-175F-46DD-929D-FBC721021F32}"/>
              </a:ext>
            </a:extLst>
          </p:cNvPr>
          <p:cNvSpPr>
            <a:spLocks noGrp="1"/>
          </p:cNvSpPr>
          <p:nvPr/>
        </p:nvSpPr>
        <p:spPr>
          <a:xfrm>
            <a:off x="628650" y="1363975"/>
            <a:ext cx="2114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7" name="screen-band-3-0-seat-382">
            <a:extLst>
              <a:ext uri="{FF2B5EF4-FFF2-40B4-BE49-F238E27FC236}">
                <a16:creationId xmlns:a16="http://schemas.microsoft.com/office/drawing/2014/main" id="{5E457539-6CE7-4C20-A727-797D99DEC832}"/>
              </a:ext>
            </a:extLst>
          </p:cNvPr>
          <p:cNvSpPr>
            <a:spLocks noGrp="1"/>
          </p:cNvSpPr>
          <p:nvPr/>
        </p:nvSpPr>
        <p:spPr>
          <a:xfrm>
            <a:off x="2933700" y="1306824"/>
            <a:ext cx="5562600" cy="847725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creen-label-3-0-seat-382">
            <a:extLst>
              <a:ext uri="{FF2B5EF4-FFF2-40B4-BE49-F238E27FC236}">
                <a16:creationId xmlns:a16="http://schemas.microsoft.com/office/drawing/2014/main" id="{4069B021-3836-4CD9-B998-8A4DB837710D}"/>
              </a:ext>
            </a:extLst>
          </p:cNvPr>
          <p:cNvSpPr>
            <a:spLocks noGrp="1"/>
          </p:cNvSpPr>
          <p:nvPr/>
        </p:nvSpPr>
        <p:spPr>
          <a:xfrm>
            <a:off x="3009900" y="1363975"/>
            <a:ext cx="489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9" name="screen-band-3-0-search-910">
            <a:extLst>
              <a:ext uri="{FF2B5EF4-FFF2-40B4-BE49-F238E27FC236}">
                <a16:creationId xmlns:a16="http://schemas.microsoft.com/office/drawing/2014/main" id="{EC61F8C1-FF21-4321-B93F-399CC775867F}"/>
              </a:ext>
            </a:extLst>
          </p:cNvPr>
          <p:cNvSpPr>
            <a:spLocks noGrp="1"/>
          </p:cNvSpPr>
          <p:nvPr/>
        </p:nvSpPr>
        <p:spPr>
          <a:xfrm>
            <a:off x="8496300" y="1306824"/>
            <a:ext cx="1104900" cy="84772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creen-label-3-0-search-910">
            <a:extLst>
              <a:ext uri="{FF2B5EF4-FFF2-40B4-BE49-F238E27FC236}">
                <a16:creationId xmlns:a16="http://schemas.microsoft.com/office/drawing/2014/main" id="{237CAA46-CF57-4BC5-88D7-C3B5F3332714}"/>
              </a:ext>
            </a:extLst>
          </p:cNvPr>
          <p:cNvSpPr>
            <a:spLocks noGrp="1"/>
          </p:cNvSpPr>
          <p:nvPr/>
        </p:nvSpPr>
        <p:spPr>
          <a:xfrm>
            <a:off x="8572500" y="136397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13" name="node-s39">
            <a:extLst>
              <a:ext uri="{FF2B5EF4-FFF2-40B4-BE49-F238E27FC236}">
                <a16:creationId xmlns:a16="http://schemas.microsoft.com/office/drawing/2014/main" id="{814C19A2-EF9F-4D87-B904-4F9B43712E95}"/>
              </a:ext>
            </a:extLst>
          </p:cNvPr>
          <p:cNvSpPr>
            <a:spLocks noGrp="1"/>
          </p:cNvSpPr>
          <p:nvPr/>
        </p:nvSpPr>
        <p:spPr>
          <a:xfrm>
            <a:off x="685800" y="1611625"/>
            <a:ext cx="8572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sz="1125" b="1" dirty="0">
                <a:solidFill>
                  <a:srgbClr val="1D4ED8"/>
                </a:solidFill>
              </a:rPr>
              <a:t>Select train</a:t>
            </a:r>
            <a:endParaRPr sz="1125" b="1" dirty="0">
              <a:solidFill>
                <a:srgbClr val="1D4ED8"/>
              </a:solidFill>
            </a:endParaRPr>
          </a:p>
        </p:txBody>
      </p:sp>
      <p:sp>
        <p:nvSpPr>
          <p:cNvPr id="14" name="node-s40">
            <a:extLst>
              <a:ext uri="{FF2B5EF4-FFF2-40B4-BE49-F238E27FC236}">
                <a16:creationId xmlns:a16="http://schemas.microsoft.com/office/drawing/2014/main" id="{1FC81DCD-6FD4-4744-9177-93593E79E5FA}"/>
              </a:ext>
            </a:extLst>
          </p:cNvPr>
          <p:cNvSpPr>
            <a:spLocks noGrp="1"/>
          </p:cNvSpPr>
          <p:nvPr/>
        </p:nvSpPr>
        <p:spPr>
          <a:xfrm>
            <a:off x="1714500" y="1611625"/>
            <a:ext cx="11620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15" name="node-s41">
            <a:extLst>
              <a:ext uri="{FF2B5EF4-FFF2-40B4-BE49-F238E27FC236}">
                <a16:creationId xmlns:a16="http://schemas.microsoft.com/office/drawing/2014/main" id="{E5382587-4392-43DE-8AFF-5A07243E00D1}"/>
              </a:ext>
            </a:extLst>
          </p:cNvPr>
          <p:cNvSpPr>
            <a:spLocks noGrp="1"/>
          </p:cNvSpPr>
          <p:nvPr/>
        </p:nvSpPr>
        <p:spPr>
          <a:xfrm>
            <a:off x="4205288" y="1563997"/>
            <a:ext cx="1743075" cy="476249"/>
          </a:xfrm>
          <a:prstGeom prst="diamond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6D28D9"/>
                </a:solidFill>
              </a:defRPr>
            </a:pPr>
            <a:r>
              <a:rPr lang="en-US" sz="975" b="1" dirty="0">
                <a:solidFill>
                  <a:srgbClr val="6D28D9"/>
                </a:solidFill>
              </a:rPr>
              <a:t>Window seat is available</a:t>
            </a:r>
            <a:endParaRPr sz="975" b="1" dirty="0">
              <a:solidFill>
                <a:srgbClr val="6D28D9"/>
              </a:solidFill>
            </a:endParaRPr>
          </a:p>
        </p:txBody>
      </p:sp>
      <p:sp>
        <p:nvSpPr>
          <p:cNvPr id="16" name="node-s42">
            <a:extLst>
              <a:ext uri="{FF2B5EF4-FFF2-40B4-BE49-F238E27FC236}">
                <a16:creationId xmlns:a16="http://schemas.microsoft.com/office/drawing/2014/main" id="{3075691B-5D85-4AF3-A229-4B6929B1B3C9}"/>
              </a:ext>
            </a:extLst>
          </p:cNvPr>
          <p:cNvSpPr>
            <a:spLocks noGrp="1"/>
          </p:cNvSpPr>
          <p:nvPr/>
        </p:nvSpPr>
        <p:spPr>
          <a:xfrm>
            <a:off x="3038475" y="1611625"/>
            <a:ext cx="9906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Change car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17" name="node-s43">
            <a:extLst>
              <a:ext uri="{FF2B5EF4-FFF2-40B4-BE49-F238E27FC236}">
                <a16:creationId xmlns:a16="http://schemas.microsoft.com/office/drawing/2014/main" id="{776F5274-2A5E-421C-A8DC-CC3323F8BA90}"/>
              </a:ext>
            </a:extLst>
          </p:cNvPr>
          <p:cNvSpPr>
            <a:spLocks noGrp="1"/>
          </p:cNvSpPr>
          <p:nvPr/>
        </p:nvSpPr>
        <p:spPr>
          <a:xfrm>
            <a:off x="6134100" y="1611625"/>
            <a:ext cx="10287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window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18" name="node-s44">
            <a:extLst>
              <a:ext uri="{FF2B5EF4-FFF2-40B4-BE49-F238E27FC236}">
                <a16:creationId xmlns:a16="http://schemas.microsoft.com/office/drawing/2014/main" id="{9CCFA2F5-ABB6-4623-95AC-E933BBF3AA24}"/>
              </a:ext>
            </a:extLst>
          </p:cNvPr>
          <p:cNvSpPr>
            <a:spLocks noGrp="1"/>
          </p:cNvSpPr>
          <p:nvPr/>
        </p:nvSpPr>
        <p:spPr>
          <a:xfrm>
            <a:off x="7334250" y="1611625"/>
            <a:ext cx="11049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19" name="node-s45">
            <a:extLst>
              <a:ext uri="{FF2B5EF4-FFF2-40B4-BE49-F238E27FC236}">
                <a16:creationId xmlns:a16="http://schemas.microsoft.com/office/drawing/2014/main" id="{6AE3A75F-A7AC-45F1-9061-8D2722CCA0D8}"/>
              </a:ext>
            </a:extLst>
          </p:cNvPr>
          <p:cNvSpPr>
            <a:spLocks noGrp="1"/>
          </p:cNvSpPr>
          <p:nvPr/>
        </p:nvSpPr>
        <p:spPr>
          <a:xfrm>
            <a:off x="8610600" y="1611625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cxnSp>
        <p:nvCxnSpPr>
          <p:cNvPr id="131" name="직선 화살표 연결선 130"/>
          <p:cNvCxnSpPr>
            <a:cxnSpLocks/>
            <a:stCxn id="13" idx="3"/>
            <a:endCxn id="14" idx="1"/>
          </p:cNvCxnSpPr>
          <p:nvPr/>
        </p:nvCxnSpPr>
        <p:spPr>
          <a:xfrm>
            <a:off x="1543050" y="1802125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2" name="직선 화살표 연결선 131"/>
          <p:cNvCxnSpPr>
            <a:cxnSpLocks/>
            <a:stCxn id="14" idx="3"/>
            <a:endCxn id="16" idx="1"/>
          </p:cNvCxnSpPr>
          <p:nvPr/>
        </p:nvCxnSpPr>
        <p:spPr>
          <a:xfrm>
            <a:off x="2876550" y="1802125"/>
            <a:ext cx="1619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3" name="직선 화살표 연결선 132"/>
          <p:cNvCxnSpPr>
            <a:cxnSpLocks/>
            <a:stCxn id="15" idx="3"/>
            <a:endCxn id="17" idx="1"/>
          </p:cNvCxnSpPr>
          <p:nvPr/>
        </p:nvCxnSpPr>
        <p:spPr>
          <a:xfrm>
            <a:off x="5948363" y="1802122"/>
            <a:ext cx="185737" cy="3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5" name="직선 화살표 연결선 134"/>
          <p:cNvCxnSpPr>
            <a:stCxn id="17" idx="3"/>
            <a:endCxn id="18" idx="1"/>
          </p:cNvCxnSpPr>
          <p:nvPr/>
        </p:nvCxnSpPr>
        <p:spPr>
          <a:xfrm>
            <a:off x="7162800" y="1802125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6" name="직선 화살표 연결선 135"/>
          <p:cNvCxnSpPr>
            <a:stCxn id="18" idx="3"/>
            <a:endCxn id="19" idx="1"/>
          </p:cNvCxnSpPr>
          <p:nvPr/>
        </p:nvCxnSpPr>
        <p:spPr>
          <a:xfrm>
            <a:off x="8439150" y="1802125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7" name="직선 화살표 연결선 136"/>
          <p:cNvCxnSpPr>
            <a:cxnSpLocks/>
            <a:stCxn id="19" idx="3"/>
          </p:cNvCxnSpPr>
          <p:nvPr/>
        </p:nvCxnSpPr>
        <p:spPr>
          <a:xfrm>
            <a:off x="9525000" y="1802125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8" name="연결선: 꺾임 137"/>
          <p:cNvCxnSpPr>
            <a:cxnSpLocks/>
            <a:stCxn id="16" idx="3"/>
            <a:endCxn id="15" idx="1"/>
          </p:cNvCxnSpPr>
          <p:nvPr/>
        </p:nvCxnSpPr>
        <p:spPr>
          <a:xfrm flipV="1">
            <a:off x="4029075" y="1802122"/>
            <a:ext cx="176213" cy="3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9" name="case-title-3-1">
            <a:extLst>
              <a:ext uri="{FF2B5EF4-FFF2-40B4-BE49-F238E27FC236}">
                <a16:creationId xmlns:a16="http://schemas.microsoft.com/office/drawing/2014/main" id="{5A6B3702-8408-4BDB-B99E-E7C8B027F27A}"/>
              </a:ext>
            </a:extLst>
          </p:cNvPr>
          <p:cNvSpPr>
            <a:spLocks noGrp="1"/>
          </p:cNvSpPr>
          <p:nvPr/>
        </p:nvSpPr>
        <p:spPr>
          <a:xfrm>
            <a:off x="495300" y="2167884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1350" b="1" dirty="0">
                <a:solidFill>
                  <a:srgbClr val="15803D"/>
                </a:solidFill>
              </a:rPr>
              <a:t>Task3-</a:t>
            </a:r>
            <a:r>
              <a:rPr sz="1350" b="1" dirty="0">
                <a:solidFill>
                  <a:srgbClr val="15803D"/>
                </a:solidFill>
              </a:rPr>
              <a:t>A Lucky Best</a:t>
            </a:r>
          </a:p>
        </p:txBody>
      </p:sp>
      <p:sp>
        <p:nvSpPr>
          <p:cNvPr id="30" name="screen-band-3-1-search-146">
            <a:extLst>
              <a:ext uri="{FF2B5EF4-FFF2-40B4-BE49-F238E27FC236}">
                <a16:creationId xmlns:a16="http://schemas.microsoft.com/office/drawing/2014/main" id="{3A327C7E-93C3-4342-A95A-E7400E345856}"/>
              </a:ext>
            </a:extLst>
          </p:cNvPr>
          <p:cNvSpPr>
            <a:spLocks noGrp="1"/>
          </p:cNvSpPr>
          <p:nvPr/>
        </p:nvSpPr>
        <p:spPr>
          <a:xfrm>
            <a:off x="560070" y="2406010"/>
            <a:ext cx="2145030" cy="8001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creen-label-3-1-search-146">
            <a:extLst>
              <a:ext uri="{FF2B5EF4-FFF2-40B4-BE49-F238E27FC236}">
                <a16:creationId xmlns:a16="http://schemas.microsoft.com/office/drawing/2014/main" id="{189AFF93-4148-4B7C-85D9-114E55675F8D}"/>
              </a:ext>
            </a:extLst>
          </p:cNvPr>
          <p:cNvSpPr>
            <a:spLocks noGrp="1"/>
          </p:cNvSpPr>
          <p:nvPr/>
        </p:nvSpPr>
        <p:spPr>
          <a:xfrm>
            <a:off x="628650" y="246316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34" name="node-s47">
            <a:extLst>
              <a:ext uri="{FF2B5EF4-FFF2-40B4-BE49-F238E27FC236}">
                <a16:creationId xmlns:a16="http://schemas.microsoft.com/office/drawing/2014/main" id="{972AE24E-4995-48E6-B95C-260CF9C8A291}"/>
              </a:ext>
            </a:extLst>
          </p:cNvPr>
          <p:cNvSpPr>
            <a:spLocks noGrp="1"/>
          </p:cNvSpPr>
          <p:nvPr/>
        </p:nvSpPr>
        <p:spPr>
          <a:xfrm>
            <a:off x="685800" y="2710810"/>
            <a:ext cx="8572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35" name="node-s48">
            <a:extLst>
              <a:ext uri="{FF2B5EF4-FFF2-40B4-BE49-F238E27FC236}">
                <a16:creationId xmlns:a16="http://schemas.microsoft.com/office/drawing/2014/main" id="{1E3CC4E8-5D1E-49D7-86AD-356506509040}"/>
              </a:ext>
            </a:extLst>
          </p:cNvPr>
          <p:cNvSpPr>
            <a:spLocks noGrp="1"/>
          </p:cNvSpPr>
          <p:nvPr/>
        </p:nvSpPr>
        <p:spPr>
          <a:xfrm>
            <a:off x="1714500" y="2710810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예매 btn</a:t>
            </a:r>
          </a:p>
        </p:txBody>
      </p:sp>
      <p:cxnSp>
        <p:nvCxnSpPr>
          <p:cNvPr id="147" name="직선 화살표 연결선 146"/>
          <p:cNvCxnSpPr>
            <a:cxnSpLocks/>
            <a:stCxn id="34" idx="3"/>
            <a:endCxn id="35" idx="1"/>
          </p:cNvCxnSpPr>
          <p:nvPr/>
        </p:nvCxnSpPr>
        <p:spPr>
          <a:xfrm>
            <a:off x="1543050" y="290131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8" name="직선 화살표 연결선 147"/>
          <p:cNvCxnSpPr>
            <a:cxnSpLocks/>
            <a:stCxn id="35" idx="3"/>
          </p:cNvCxnSpPr>
          <p:nvPr/>
        </p:nvCxnSpPr>
        <p:spPr>
          <a:xfrm>
            <a:off x="2628900" y="2901310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39" name="case-title-3-2">
            <a:extLst>
              <a:ext uri="{FF2B5EF4-FFF2-40B4-BE49-F238E27FC236}">
                <a16:creationId xmlns:a16="http://schemas.microsoft.com/office/drawing/2014/main" id="{1FD5FE7C-4D61-4A65-B129-A3152A6B37E5}"/>
              </a:ext>
            </a:extLst>
          </p:cNvPr>
          <p:cNvSpPr>
            <a:spLocks noGrp="1"/>
          </p:cNvSpPr>
          <p:nvPr/>
        </p:nvSpPr>
        <p:spPr>
          <a:xfrm>
            <a:off x="495300" y="3200394"/>
            <a:ext cx="129159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91C1C"/>
                </a:solidFill>
              </a:defRPr>
            </a:pPr>
            <a:r>
              <a:rPr lang="en-US" sz="1350" b="1" dirty="0">
                <a:solidFill>
                  <a:srgbClr val="B91C1C"/>
                </a:solidFill>
              </a:rPr>
              <a:t>Task3-</a:t>
            </a:r>
            <a:r>
              <a:rPr sz="1350" b="1" dirty="0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40" name="screen-band-3-2-search-146">
            <a:extLst>
              <a:ext uri="{FF2B5EF4-FFF2-40B4-BE49-F238E27FC236}">
                <a16:creationId xmlns:a16="http://schemas.microsoft.com/office/drawing/2014/main" id="{89EC7C5A-BDE3-44F4-848F-F6520367A912}"/>
              </a:ext>
            </a:extLst>
          </p:cNvPr>
          <p:cNvSpPr>
            <a:spLocks noGrp="1"/>
          </p:cNvSpPr>
          <p:nvPr/>
        </p:nvSpPr>
        <p:spPr>
          <a:xfrm>
            <a:off x="560069" y="3429000"/>
            <a:ext cx="2125979" cy="81914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creen-label-3-2-search-146">
            <a:extLst>
              <a:ext uri="{FF2B5EF4-FFF2-40B4-BE49-F238E27FC236}">
                <a16:creationId xmlns:a16="http://schemas.microsoft.com/office/drawing/2014/main" id="{72D22CB6-245B-4F2E-AFD5-22124DCB8802}"/>
              </a:ext>
            </a:extLst>
          </p:cNvPr>
          <p:cNvSpPr>
            <a:spLocks noGrp="1"/>
          </p:cNvSpPr>
          <p:nvPr/>
        </p:nvSpPr>
        <p:spPr>
          <a:xfrm>
            <a:off x="628650" y="3486151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44" name="screen-band-3-2-search-420">
            <a:extLst>
              <a:ext uri="{FF2B5EF4-FFF2-40B4-BE49-F238E27FC236}">
                <a16:creationId xmlns:a16="http://schemas.microsoft.com/office/drawing/2014/main" id="{F664FC79-AA0A-4D21-BED6-4F0147134E85}"/>
              </a:ext>
            </a:extLst>
          </p:cNvPr>
          <p:cNvSpPr>
            <a:spLocks noGrp="1"/>
          </p:cNvSpPr>
          <p:nvPr/>
        </p:nvSpPr>
        <p:spPr>
          <a:xfrm>
            <a:off x="3409949" y="3429000"/>
            <a:ext cx="1352550" cy="81914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creen-label-3-2-search-420">
            <a:extLst>
              <a:ext uri="{FF2B5EF4-FFF2-40B4-BE49-F238E27FC236}">
                <a16:creationId xmlns:a16="http://schemas.microsoft.com/office/drawing/2014/main" id="{E9231ED9-C42A-428E-99DD-D500209D025F}"/>
              </a:ext>
            </a:extLst>
          </p:cNvPr>
          <p:cNvSpPr>
            <a:spLocks noGrp="1"/>
          </p:cNvSpPr>
          <p:nvPr/>
        </p:nvSpPr>
        <p:spPr>
          <a:xfrm>
            <a:off x="3486149" y="3486151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48" name="screen-band-3-2-search-1018">
            <a:extLst>
              <a:ext uri="{FF2B5EF4-FFF2-40B4-BE49-F238E27FC236}">
                <a16:creationId xmlns:a16="http://schemas.microsoft.com/office/drawing/2014/main" id="{62029E34-6CF1-4EA0-9E44-66F0070D1F6C}"/>
              </a:ext>
            </a:extLst>
          </p:cNvPr>
          <p:cNvSpPr>
            <a:spLocks noGrp="1"/>
          </p:cNvSpPr>
          <p:nvPr/>
        </p:nvSpPr>
        <p:spPr>
          <a:xfrm>
            <a:off x="10344148" y="3429000"/>
            <a:ext cx="1104900" cy="819145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creen-label-3-2-search-1018">
            <a:extLst>
              <a:ext uri="{FF2B5EF4-FFF2-40B4-BE49-F238E27FC236}">
                <a16:creationId xmlns:a16="http://schemas.microsoft.com/office/drawing/2014/main" id="{434665DD-ABA0-4ADB-BDC8-FF180DC73D3F}"/>
              </a:ext>
            </a:extLst>
          </p:cNvPr>
          <p:cNvSpPr>
            <a:spLocks noGrp="1"/>
          </p:cNvSpPr>
          <p:nvPr/>
        </p:nvSpPr>
        <p:spPr>
          <a:xfrm>
            <a:off x="10420348" y="3486151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52" name="node-s50">
            <a:extLst>
              <a:ext uri="{FF2B5EF4-FFF2-40B4-BE49-F238E27FC236}">
                <a16:creationId xmlns:a16="http://schemas.microsoft.com/office/drawing/2014/main" id="{C5471CB2-3419-4F20-B675-CDDD503DA073}"/>
              </a:ext>
            </a:extLst>
          </p:cNvPr>
          <p:cNvSpPr>
            <a:spLocks noGrp="1"/>
          </p:cNvSpPr>
          <p:nvPr/>
        </p:nvSpPr>
        <p:spPr>
          <a:xfrm>
            <a:off x="685800" y="3733801"/>
            <a:ext cx="8572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53" name="node-s51">
            <a:extLst>
              <a:ext uri="{FF2B5EF4-FFF2-40B4-BE49-F238E27FC236}">
                <a16:creationId xmlns:a16="http://schemas.microsoft.com/office/drawing/2014/main" id="{EBE37614-11A7-4C76-81C5-4FCCB776CE83}"/>
              </a:ext>
            </a:extLst>
          </p:cNvPr>
          <p:cNvSpPr>
            <a:spLocks noGrp="1"/>
          </p:cNvSpPr>
          <p:nvPr/>
        </p:nvSpPr>
        <p:spPr>
          <a:xfrm>
            <a:off x="1695450" y="3733801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 dirty="0" err="1">
                <a:solidFill>
                  <a:srgbClr val="1D4ED8"/>
                </a:solidFill>
              </a:rPr>
              <a:t>예매</a:t>
            </a:r>
            <a:r>
              <a:rPr sz="1125" b="1" dirty="0">
                <a:solidFill>
                  <a:srgbClr val="1D4ED8"/>
                </a:solidFill>
              </a:rPr>
              <a:t> </a:t>
            </a:r>
            <a:r>
              <a:rPr sz="1125" b="1" dirty="0" err="1">
                <a:solidFill>
                  <a:srgbClr val="1D4ED8"/>
                </a:solidFill>
              </a:rPr>
              <a:t>btn</a:t>
            </a:r>
            <a:endParaRPr sz="1125" b="1" dirty="0">
              <a:solidFill>
                <a:srgbClr val="1D4ED8"/>
              </a:solidFill>
            </a:endParaRPr>
          </a:p>
        </p:txBody>
      </p:sp>
      <p:sp>
        <p:nvSpPr>
          <p:cNvPr id="55" name="node-s53">
            <a:extLst>
              <a:ext uri="{FF2B5EF4-FFF2-40B4-BE49-F238E27FC236}">
                <a16:creationId xmlns:a16="http://schemas.microsoft.com/office/drawing/2014/main" id="{B63C28B8-236A-4489-9DBA-656846CC1C12}"/>
              </a:ext>
            </a:extLst>
          </p:cNvPr>
          <p:cNvSpPr>
            <a:spLocks noGrp="1"/>
          </p:cNvSpPr>
          <p:nvPr/>
        </p:nvSpPr>
        <p:spPr>
          <a:xfrm>
            <a:off x="3524249" y="3733801"/>
            <a:ext cx="11620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60" name="node-s58">
            <a:extLst>
              <a:ext uri="{FF2B5EF4-FFF2-40B4-BE49-F238E27FC236}">
                <a16:creationId xmlns:a16="http://schemas.microsoft.com/office/drawing/2014/main" id="{EE52B175-47C3-4B85-864C-B3DCC1F54B5A}"/>
              </a:ext>
            </a:extLst>
          </p:cNvPr>
          <p:cNvSpPr>
            <a:spLocks noGrp="1"/>
          </p:cNvSpPr>
          <p:nvPr/>
        </p:nvSpPr>
        <p:spPr>
          <a:xfrm>
            <a:off x="10439398" y="3707609"/>
            <a:ext cx="9144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 dirty="0" err="1">
                <a:solidFill>
                  <a:srgbClr val="1D4ED8"/>
                </a:solidFill>
              </a:rPr>
              <a:t>예매</a:t>
            </a:r>
            <a:r>
              <a:rPr sz="1125" b="1" dirty="0">
                <a:solidFill>
                  <a:srgbClr val="1D4ED8"/>
                </a:solidFill>
              </a:rPr>
              <a:t> </a:t>
            </a:r>
            <a:r>
              <a:rPr sz="1125" b="1" dirty="0" err="1">
                <a:solidFill>
                  <a:srgbClr val="1D4ED8"/>
                </a:solidFill>
              </a:rPr>
              <a:t>btn</a:t>
            </a:r>
            <a:endParaRPr sz="1125" b="1" dirty="0">
              <a:solidFill>
                <a:srgbClr val="1D4ED8"/>
              </a:solidFill>
            </a:endParaRPr>
          </a:p>
        </p:txBody>
      </p:sp>
      <p:cxnSp>
        <p:nvCxnSpPr>
          <p:cNvPr id="172" name="직선 화살표 연결선 171"/>
          <p:cNvCxnSpPr>
            <a:cxnSpLocks/>
            <a:stCxn id="52" idx="3"/>
            <a:endCxn id="53" idx="1"/>
          </p:cNvCxnSpPr>
          <p:nvPr/>
        </p:nvCxnSpPr>
        <p:spPr>
          <a:xfrm>
            <a:off x="1543050" y="3924301"/>
            <a:ext cx="1524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3" name="직선 화살표 연결선 172"/>
          <p:cNvCxnSpPr>
            <a:cxnSpLocks/>
            <a:stCxn id="53" idx="3"/>
            <a:endCxn id="220" idx="1"/>
          </p:cNvCxnSpPr>
          <p:nvPr/>
        </p:nvCxnSpPr>
        <p:spPr>
          <a:xfrm>
            <a:off x="2609850" y="3924301"/>
            <a:ext cx="190499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4" name="직선 화살표 연결선 173"/>
          <p:cNvCxnSpPr>
            <a:cxnSpLocks/>
            <a:stCxn id="220" idx="3"/>
            <a:endCxn id="55" idx="1"/>
          </p:cNvCxnSpPr>
          <p:nvPr/>
        </p:nvCxnSpPr>
        <p:spPr>
          <a:xfrm>
            <a:off x="3314699" y="3924301"/>
            <a:ext cx="2095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5" name="직선 화살표 연결선 174"/>
          <p:cNvCxnSpPr>
            <a:cxnSpLocks/>
            <a:stCxn id="55" idx="3"/>
          </p:cNvCxnSpPr>
          <p:nvPr/>
        </p:nvCxnSpPr>
        <p:spPr>
          <a:xfrm>
            <a:off x="4686299" y="3924301"/>
            <a:ext cx="20764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72" name="case-title-3-3">
            <a:extLst>
              <a:ext uri="{FF2B5EF4-FFF2-40B4-BE49-F238E27FC236}">
                <a16:creationId xmlns:a16="http://schemas.microsoft.com/office/drawing/2014/main" id="{F2941399-4C96-4934-99F3-25C2265AA9C1}"/>
              </a:ext>
            </a:extLst>
          </p:cNvPr>
          <p:cNvSpPr>
            <a:spLocks noGrp="1"/>
          </p:cNvSpPr>
          <p:nvPr/>
        </p:nvSpPr>
        <p:spPr>
          <a:xfrm>
            <a:off x="495300" y="4349217"/>
            <a:ext cx="1276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803D"/>
                </a:solidFill>
              </a:defRPr>
            </a:pPr>
            <a:r>
              <a:rPr lang="en-US" sz="1350" b="1" dirty="0">
                <a:solidFill>
                  <a:srgbClr val="15803D"/>
                </a:solidFill>
              </a:rPr>
              <a:t>Task3-</a:t>
            </a:r>
            <a:r>
              <a:rPr sz="1350" b="1" dirty="0">
                <a:solidFill>
                  <a:srgbClr val="15803D"/>
                </a:solidFill>
              </a:rPr>
              <a:t>B Best</a:t>
            </a:r>
          </a:p>
        </p:txBody>
      </p:sp>
      <p:sp>
        <p:nvSpPr>
          <p:cNvPr id="73" name="screen-band-3-3-search-146">
            <a:extLst>
              <a:ext uri="{FF2B5EF4-FFF2-40B4-BE49-F238E27FC236}">
                <a16:creationId xmlns:a16="http://schemas.microsoft.com/office/drawing/2014/main" id="{A4C82417-6E72-494F-8029-BB7A4DEA38BE}"/>
              </a:ext>
            </a:extLst>
          </p:cNvPr>
          <p:cNvSpPr>
            <a:spLocks noGrp="1"/>
          </p:cNvSpPr>
          <p:nvPr/>
        </p:nvSpPr>
        <p:spPr>
          <a:xfrm>
            <a:off x="560070" y="4625449"/>
            <a:ext cx="1059180" cy="81914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creen-label-3-3-search-146">
            <a:extLst>
              <a:ext uri="{FF2B5EF4-FFF2-40B4-BE49-F238E27FC236}">
                <a16:creationId xmlns:a16="http://schemas.microsoft.com/office/drawing/2014/main" id="{605F0E1D-8CB6-4CD8-80BE-706B039F8046}"/>
              </a:ext>
            </a:extLst>
          </p:cNvPr>
          <p:cNvSpPr>
            <a:spLocks noGrp="1"/>
          </p:cNvSpPr>
          <p:nvPr/>
        </p:nvSpPr>
        <p:spPr>
          <a:xfrm>
            <a:off x="628650" y="4682599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75" name="screen-band-3-3-status-242">
            <a:extLst>
              <a:ext uri="{FF2B5EF4-FFF2-40B4-BE49-F238E27FC236}">
                <a16:creationId xmlns:a16="http://schemas.microsoft.com/office/drawing/2014/main" id="{13E9A52C-5575-41CC-A07A-83CBDCB24CE8}"/>
              </a:ext>
            </a:extLst>
          </p:cNvPr>
          <p:cNvSpPr>
            <a:spLocks noGrp="1"/>
          </p:cNvSpPr>
          <p:nvPr/>
        </p:nvSpPr>
        <p:spPr>
          <a:xfrm>
            <a:off x="1600200" y="4625449"/>
            <a:ext cx="1276350" cy="819144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creen-label-3-3-status-242">
            <a:extLst>
              <a:ext uri="{FF2B5EF4-FFF2-40B4-BE49-F238E27FC236}">
                <a16:creationId xmlns:a16="http://schemas.microsoft.com/office/drawing/2014/main" id="{0D21F3F7-0B7D-4C60-A746-17385DD37878}"/>
              </a:ext>
            </a:extLst>
          </p:cNvPr>
          <p:cNvSpPr>
            <a:spLocks noGrp="1"/>
          </p:cNvSpPr>
          <p:nvPr/>
        </p:nvSpPr>
        <p:spPr>
          <a:xfrm>
            <a:off x="1676400" y="4682599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</a:defRPr>
            </a:pPr>
            <a:r>
              <a:rPr sz="750" b="1">
                <a:solidFill>
                  <a:srgbClr val="0F766E"/>
                </a:solidFill>
              </a:rPr>
              <a:t>전호차 page</a:t>
            </a:r>
          </a:p>
        </p:txBody>
      </p:sp>
      <p:sp>
        <p:nvSpPr>
          <p:cNvPr id="77" name="screen-band-3-3-seat-348">
            <a:extLst>
              <a:ext uri="{FF2B5EF4-FFF2-40B4-BE49-F238E27FC236}">
                <a16:creationId xmlns:a16="http://schemas.microsoft.com/office/drawing/2014/main" id="{6C38E9BD-535C-4F58-A3AE-D9C18288C152}"/>
              </a:ext>
            </a:extLst>
          </p:cNvPr>
          <p:cNvSpPr>
            <a:spLocks noGrp="1"/>
          </p:cNvSpPr>
          <p:nvPr/>
        </p:nvSpPr>
        <p:spPr>
          <a:xfrm>
            <a:off x="2857500" y="4625449"/>
            <a:ext cx="2533650" cy="819144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creen-label-3-3-seat-348">
            <a:extLst>
              <a:ext uri="{FF2B5EF4-FFF2-40B4-BE49-F238E27FC236}">
                <a16:creationId xmlns:a16="http://schemas.microsoft.com/office/drawing/2014/main" id="{B89EEE3C-34D6-48C2-820E-F4C8667EE18A}"/>
              </a:ext>
            </a:extLst>
          </p:cNvPr>
          <p:cNvSpPr>
            <a:spLocks noGrp="1"/>
          </p:cNvSpPr>
          <p:nvPr/>
        </p:nvSpPr>
        <p:spPr>
          <a:xfrm>
            <a:off x="2933700" y="4682599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좌석 page</a:t>
            </a:r>
          </a:p>
        </p:txBody>
      </p:sp>
      <p:sp>
        <p:nvSpPr>
          <p:cNvPr id="79" name="screen-band-3-3-payment-612">
            <a:extLst>
              <a:ext uri="{FF2B5EF4-FFF2-40B4-BE49-F238E27FC236}">
                <a16:creationId xmlns:a16="http://schemas.microsoft.com/office/drawing/2014/main" id="{5941B1B1-4C20-47C1-8DCB-ADBA9F80668D}"/>
              </a:ext>
            </a:extLst>
          </p:cNvPr>
          <p:cNvSpPr>
            <a:spLocks noGrp="1"/>
          </p:cNvSpPr>
          <p:nvPr/>
        </p:nvSpPr>
        <p:spPr>
          <a:xfrm>
            <a:off x="5372100" y="4625449"/>
            <a:ext cx="1333500" cy="81914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creen-label-3-3-payment-612">
            <a:extLst>
              <a:ext uri="{FF2B5EF4-FFF2-40B4-BE49-F238E27FC236}">
                <a16:creationId xmlns:a16="http://schemas.microsoft.com/office/drawing/2014/main" id="{DAFC289A-FE8D-4FCD-83B2-8E559C79963B}"/>
              </a:ext>
            </a:extLst>
          </p:cNvPr>
          <p:cNvSpPr>
            <a:spLocks noGrp="1"/>
          </p:cNvSpPr>
          <p:nvPr/>
        </p:nvSpPr>
        <p:spPr>
          <a:xfrm>
            <a:off x="5448300" y="4682599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81" name="node-s60">
            <a:extLst>
              <a:ext uri="{FF2B5EF4-FFF2-40B4-BE49-F238E27FC236}">
                <a16:creationId xmlns:a16="http://schemas.microsoft.com/office/drawing/2014/main" id="{F036110F-6231-427D-9F91-2C30566CB2A5}"/>
              </a:ext>
            </a:extLst>
          </p:cNvPr>
          <p:cNvSpPr>
            <a:spLocks noGrp="1"/>
          </p:cNvSpPr>
          <p:nvPr/>
        </p:nvSpPr>
        <p:spPr>
          <a:xfrm>
            <a:off x="685800" y="4930249"/>
            <a:ext cx="8572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82" name="node-s61">
            <a:extLst>
              <a:ext uri="{FF2B5EF4-FFF2-40B4-BE49-F238E27FC236}">
                <a16:creationId xmlns:a16="http://schemas.microsoft.com/office/drawing/2014/main" id="{977BF5B3-6637-404A-9C35-F21F3C1AB4C6}"/>
              </a:ext>
            </a:extLst>
          </p:cNvPr>
          <p:cNvSpPr>
            <a:spLocks noGrp="1"/>
          </p:cNvSpPr>
          <p:nvPr/>
        </p:nvSpPr>
        <p:spPr>
          <a:xfrm>
            <a:off x="1714500" y="4930249"/>
            <a:ext cx="10668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F766E"/>
                </a:solidFill>
              </a:defRPr>
            </a:pPr>
            <a:r>
              <a:rPr lang="en-US" sz="1125" b="1" dirty="0">
                <a:solidFill>
                  <a:srgbClr val="0F766E"/>
                </a:solidFill>
              </a:rPr>
              <a:t>Choose window O car</a:t>
            </a:r>
            <a:endParaRPr sz="1125" b="1" dirty="0">
              <a:solidFill>
                <a:srgbClr val="0F766E"/>
              </a:solidFill>
            </a:endParaRPr>
          </a:p>
        </p:txBody>
      </p:sp>
      <p:sp>
        <p:nvSpPr>
          <p:cNvPr id="83" name="node-s62">
            <a:extLst>
              <a:ext uri="{FF2B5EF4-FFF2-40B4-BE49-F238E27FC236}">
                <a16:creationId xmlns:a16="http://schemas.microsoft.com/office/drawing/2014/main" id="{06E46F52-79BA-4FD4-B074-A734B4D9D22D}"/>
              </a:ext>
            </a:extLst>
          </p:cNvPr>
          <p:cNvSpPr>
            <a:spLocks noGrp="1"/>
          </p:cNvSpPr>
          <p:nvPr/>
        </p:nvSpPr>
        <p:spPr>
          <a:xfrm>
            <a:off x="2971800" y="4930249"/>
            <a:ext cx="10287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window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84" name="node-s63">
            <a:extLst>
              <a:ext uri="{FF2B5EF4-FFF2-40B4-BE49-F238E27FC236}">
                <a16:creationId xmlns:a16="http://schemas.microsoft.com/office/drawing/2014/main" id="{717563BA-C0CA-4061-BD51-298CEC7FBC9E}"/>
              </a:ext>
            </a:extLst>
          </p:cNvPr>
          <p:cNvSpPr>
            <a:spLocks noGrp="1"/>
          </p:cNvSpPr>
          <p:nvPr/>
        </p:nvSpPr>
        <p:spPr>
          <a:xfrm>
            <a:off x="4171950" y="4930249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85" name="node-s64">
            <a:extLst>
              <a:ext uri="{FF2B5EF4-FFF2-40B4-BE49-F238E27FC236}">
                <a16:creationId xmlns:a16="http://schemas.microsoft.com/office/drawing/2014/main" id="{4D3B782B-110C-49E4-9BFF-AECC17FCD0D6}"/>
              </a:ext>
            </a:extLst>
          </p:cNvPr>
          <p:cNvSpPr>
            <a:spLocks noGrp="1"/>
          </p:cNvSpPr>
          <p:nvPr/>
        </p:nvSpPr>
        <p:spPr>
          <a:xfrm>
            <a:off x="5486400" y="4930249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96" name="직선 화살표 연결선 195"/>
          <p:cNvCxnSpPr>
            <a:cxnSpLocks/>
            <a:stCxn id="81" idx="3"/>
            <a:endCxn id="82" idx="1"/>
          </p:cNvCxnSpPr>
          <p:nvPr/>
        </p:nvCxnSpPr>
        <p:spPr>
          <a:xfrm>
            <a:off x="1543050" y="5120749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7" name="직선 화살표 연결선 196"/>
          <p:cNvCxnSpPr>
            <a:cxnSpLocks/>
            <a:stCxn id="82" idx="3"/>
            <a:endCxn id="83" idx="1"/>
          </p:cNvCxnSpPr>
          <p:nvPr/>
        </p:nvCxnSpPr>
        <p:spPr>
          <a:xfrm>
            <a:off x="2781300" y="5120749"/>
            <a:ext cx="1905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8" name="직선 화살표 연결선 197"/>
          <p:cNvCxnSpPr>
            <a:stCxn id="83" idx="3"/>
            <a:endCxn id="84" idx="1"/>
          </p:cNvCxnSpPr>
          <p:nvPr/>
        </p:nvCxnSpPr>
        <p:spPr>
          <a:xfrm>
            <a:off x="4000500" y="5120749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9" name="직선 화살표 연결선 198"/>
          <p:cNvCxnSpPr>
            <a:stCxn id="84" idx="3"/>
            <a:endCxn id="85" idx="1"/>
          </p:cNvCxnSpPr>
          <p:nvPr/>
        </p:nvCxnSpPr>
        <p:spPr>
          <a:xfrm>
            <a:off x="5314950" y="5120749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90" name="case-title-3-4">
            <a:extLst>
              <a:ext uri="{FF2B5EF4-FFF2-40B4-BE49-F238E27FC236}">
                <a16:creationId xmlns:a16="http://schemas.microsoft.com/office/drawing/2014/main" id="{D598B7C9-D43A-4632-AF61-67961814E0B9}"/>
              </a:ext>
            </a:extLst>
          </p:cNvPr>
          <p:cNvSpPr>
            <a:spLocks noGrp="1"/>
          </p:cNvSpPr>
          <p:nvPr/>
        </p:nvSpPr>
        <p:spPr>
          <a:xfrm>
            <a:off x="495300" y="5501748"/>
            <a:ext cx="143637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91C1C"/>
                </a:solidFill>
              </a:defRPr>
            </a:pPr>
            <a:r>
              <a:rPr lang="en-US" sz="1350" b="1" dirty="0">
                <a:solidFill>
                  <a:srgbClr val="B91C1C"/>
                </a:solidFill>
              </a:rPr>
              <a:t>Task3-</a:t>
            </a:r>
            <a:r>
              <a:rPr sz="1350" b="1" dirty="0">
                <a:solidFill>
                  <a:srgbClr val="B91C1C"/>
                </a:solidFill>
              </a:rPr>
              <a:t>B Worst</a:t>
            </a:r>
          </a:p>
        </p:txBody>
      </p:sp>
      <p:sp>
        <p:nvSpPr>
          <p:cNvPr id="91" name="screen-band-3-4-search-146">
            <a:extLst>
              <a:ext uri="{FF2B5EF4-FFF2-40B4-BE49-F238E27FC236}">
                <a16:creationId xmlns:a16="http://schemas.microsoft.com/office/drawing/2014/main" id="{98DCAFA3-D5FF-4068-B4E0-D85D64EC39A9}"/>
              </a:ext>
            </a:extLst>
          </p:cNvPr>
          <p:cNvSpPr>
            <a:spLocks noGrp="1"/>
          </p:cNvSpPr>
          <p:nvPr/>
        </p:nvSpPr>
        <p:spPr>
          <a:xfrm>
            <a:off x="575310" y="5739879"/>
            <a:ext cx="1043940" cy="81914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creen-label-3-4-search-146">
            <a:extLst>
              <a:ext uri="{FF2B5EF4-FFF2-40B4-BE49-F238E27FC236}">
                <a16:creationId xmlns:a16="http://schemas.microsoft.com/office/drawing/2014/main" id="{CBBF913F-4589-465D-8A98-913CBAC6A6F7}"/>
              </a:ext>
            </a:extLst>
          </p:cNvPr>
          <p:cNvSpPr>
            <a:spLocks noGrp="1"/>
          </p:cNvSpPr>
          <p:nvPr/>
        </p:nvSpPr>
        <p:spPr>
          <a:xfrm>
            <a:off x="628650" y="5797029"/>
            <a:ext cx="9144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ko-KR" altLang="en-US" sz="750" b="1" dirty="0">
                <a:solidFill>
                  <a:srgbClr val="1D4ED8"/>
                </a:solidFill>
              </a:rPr>
              <a:t>열차 </a:t>
            </a:r>
            <a:r>
              <a:rPr sz="750" b="1" dirty="0" err="1">
                <a:solidFill>
                  <a:srgbClr val="1D4ED8"/>
                </a:solidFill>
              </a:rPr>
              <a:t>조회</a:t>
            </a:r>
            <a:r>
              <a:rPr sz="750" b="1" dirty="0">
                <a:solidFill>
                  <a:srgbClr val="1D4ED8"/>
                </a:solidFill>
              </a:rPr>
              <a:t> page</a:t>
            </a:r>
          </a:p>
        </p:txBody>
      </p:sp>
      <p:sp>
        <p:nvSpPr>
          <p:cNvPr id="93" name="screen-band-3-4-status-242">
            <a:extLst>
              <a:ext uri="{FF2B5EF4-FFF2-40B4-BE49-F238E27FC236}">
                <a16:creationId xmlns:a16="http://schemas.microsoft.com/office/drawing/2014/main" id="{1C931C6E-5674-45F8-9701-A02198CB4F0A}"/>
              </a:ext>
            </a:extLst>
          </p:cNvPr>
          <p:cNvSpPr>
            <a:spLocks noGrp="1"/>
          </p:cNvSpPr>
          <p:nvPr/>
        </p:nvSpPr>
        <p:spPr>
          <a:xfrm>
            <a:off x="1600200" y="5739879"/>
            <a:ext cx="1257300" cy="819144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creen-label-3-4-status-242">
            <a:extLst>
              <a:ext uri="{FF2B5EF4-FFF2-40B4-BE49-F238E27FC236}">
                <a16:creationId xmlns:a16="http://schemas.microsoft.com/office/drawing/2014/main" id="{621FB702-3EAD-4DF0-943D-7109F9BD91C2}"/>
              </a:ext>
            </a:extLst>
          </p:cNvPr>
          <p:cNvSpPr>
            <a:spLocks noGrp="1"/>
          </p:cNvSpPr>
          <p:nvPr/>
        </p:nvSpPr>
        <p:spPr>
          <a:xfrm>
            <a:off x="1676400" y="5797029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</a:defRPr>
            </a:pPr>
            <a:r>
              <a:rPr sz="750" b="1">
                <a:solidFill>
                  <a:srgbClr val="0F766E"/>
                </a:solidFill>
              </a:rPr>
              <a:t>전호차 page</a:t>
            </a:r>
          </a:p>
        </p:txBody>
      </p:sp>
      <p:sp>
        <p:nvSpPr>
          <p:cNvPr id="97" name="screen-band-3-4-payment-742">
            <a:extLst>
              <a:ext uri="{FF2B5EF4-FFF2-40B4-BE49-F238E27FC236}">
                <a16:creationId xmlns:a16="http://schemas.microsoft.com/office/drawing/2014/main" id="{DD5A8D22-1939-418D-B234-DDD7E7F9113B}"/>
              </a:ext>
            </a:extLst>
          </p:cNvPr>
          <p:cNvSpPr>
            <a:spLocks noGrp="1"/>
          </p:cNvSpPr>
          <p:nvPr/>
        </p:nvSpPr>
        <p:spPr>
          <a:xfrm>
            <a:off x="8439150" y="5739879"/>
            <a:ext cx="1333500" cy="81914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creen-label-3-4-payment-742">
            <a:extLst>
              <a:ext uri="{FF2B5EF4-FFF2-40B4-BE49-F238E27FC236}">
                <a16:creationId xmlns:a16="http://schemas.microsoft.com/office/drawing/2014/main" id="{2D092BBB-D292-4D78-8F85-0EDDBA03E5A7}"/>
              </a:ext>
            </a:extLst>
          </p:cNvPr>
          <p:cNvSpPr>
            <a:spLocks noGrp="1"/>
          </p:cNvSpPr>
          <p:nvPr/>
        </p:nvSpPr>
        <p:spPr>
          <a:xfrm>
            <a:off x="8477250" y="5787504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 dirty="0" err="1">
                <a:solidFill>
                  <a:srgbClr val="B45309"/>
                </a:solidFill>
              </a:rPr>
              <a:t>결제</a:t>
            </a:r>
            <a:r>
              <a:rPr sz="750" b="1" dirty="0">
                <a:solidFill>
                  <a:srgbClr val="B45309"/>
                </a:solidFill>
              </a:rPr>
              <a:t> page</a:t>
            </a:r>
          </a:p>
        </p:txBody>
      </p:sp>
      <p:sp>
        <p:nvSpPr>
          <p:cNvPr id="99" name="node-s65">
            <a:extLst>
              <a:ext uri="{FF2B5EF4-FFF2-40B4-BE49-F238E27FC236}">
                <a16:creationId xmlns:a16="http://schemas.microsoft.com/office/drawing/2014/main" id="{DBB27E1A-7250-442C-B065-5069EB9EF0D8}"/>
              </a:ext>
            </a:extLst>
          </p:cNvPr>
          <p:cNvSpPr>
            <a:spLocks noGrp="1"/>
          </p:cNvSpPr>
          <p:nvPr/>
        </p:nvSpPr>
        <p:spPr>
          <a:xfrm>
            <a:off x="685800" y="6044679"/>
            <a:ext cx="8572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D4ED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D4ED8"/>
                </a:solidFill>
              </a:defRPr>
            </a:pPr>
            <a:r>
              <a:rPr lang="en-US" altLang="ko-KR" sz="1125" b="1" dirty="0">
                <a:solidFill>
                  <a:srgbClr val="1D4ED8"/>
                </a:solidFill>
              </a:rPr>
              <a:t>Select train</a:t>
            </a:r>
          </a:p>
        </p:txBody>
      </p:sp>
      <p:sp>
        <p:nvSpPr>
          <p:cNvPr id="100" name="node-s66">
            <a:extLst>
              <a:ext uri="{FF2B5EF4-FFF2-40B4-BE49-F238E27FC236}">
                <a16:creationId xmlns:a16="http://schemas.microsoft.com/office/drawing/2014/main" id="{F075E51E-07F3-45B7-986B-92377A909B0A}"/>
              </a:ext>
            </a:extLst>
          </p:cNvPr>
          <p:cNvSpPr>
            <a:spLocks noGrp="1"/>
          </p:cNvSpPr>
          <p:nvPr/>
        </p:nvSpPr>
        <p:spPr>
          <a:xfrm>
            <a:off x="1695450" y="6044679"/>
            <a:ext cx="10668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F766E"/>
                </a:solidFill>
              </a:defRPr>
            </a:pPr>
            <a:r>
              <a:rPr lang="en-US" altLang="ko-KR" sz="1125" b="1" dirty="0">
                <a:solidFill>
                  <a:srgbClr val="0F766E"/>
                </a:solidFill>
              </a:rPr>
              <a:t>Choose window X car</a:t>
            </a:r>
          </a:p>
        </p:txBody>
      </p:sp>
      <p:sp>
        <p:nvSpPr>
          <p:cNvPr id="104" name="node-s70">
            <a:extLst>
              <a:ext uri="{FF2B5EF4-FFF2-40B4-BE49-F238E27FC236}">
                <a16:creationId xmlns:a16="http://schemas.microsoft.com/office/drawing/2014/main" id="{7306A97B-BFCA-4045-B9A1-7B3CD2A86213}"/>
              </a:ext>
            </a:extLst>
          </p:cNvPr>
          <p:cNvSpPr>
            <a:spLocks noGrp="1"/>
          </p:cNvSpPr>
          <p:nvPr/>
        </p:nvSpPr>
        <p:spPr>
          <a:xfrm>
            <a:off x="8534400" y="6044679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 dirty="0" err="1">
                <a:solidFill>
                  <a:srgbClr val="B45309"/>
                </a:solidFill>
              </a:rPr>
              <a:t>결제하기</a:t>
            </a:r>
            <a:r>
              <a:rPr sz="1125" b="1" dirty="0">
                <a:solidFill>
                  <a:srgbClr val="B45309"/>
                </a:solidFill>
              </a:rPr>
              <a:t> </a:t>
            </a:r>
            <a:r>
              <a:rPr sz="1125" b="1" dirty="0" err="1">
                <a:solidFill>
                  <a:srgbClr val="B45309"/>
                </a:solidFill>
              </a:rPr>
              <a:t>btn</a:t>
            </a:r>
            <a:endParaRPr sz="1125" b="1" dirty="0">
              <a:solidFill>
                <a:srgbClr val="B45309"/>
              </a:solidFill>
            </a:endParaRPr>
          </a:p>
        </p:txBody>
      </p:sp>
      <p:cxnSp>
        <p:nvCxnSpPr>
          <p:cNvPr id="215" name="직선 화살표 연결선 214"/>
          <p:cNvCxnSpPr>
            <a:cxnSpLocks/>
            <a:stCxn id="99" idx="3"/>
            <a:endCxn id="100" idx="1"/>
          </p:cNvCxnSpPr>
          <p:nvPr/>
        </p:nvCxnSpPr>
        <p:spPr>
          <a:xfrm>
            <a:off x="1543050" y="6235179"/>
            <a:ext cx="1524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6" name="직선 화살표 연결선 215"/>
          <p:cNvCxnSpPr>
            <a:cxnSpLocks/>
            <a:stCxn id="100" idx="3"/>
          </p:cNvCxnSpPr>
          <p:nvPr/>
        </p:nvCxnSpPr>
        <p:spPr>
          <a:xfrm>
            <a:off x="2762250" y="6235179"/>
            <a:ext cx="1905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9" name="직선 화살표 연결선 218"/>
          <p:cNvCxnSpPr>
            <a:cxnSpLocks/>
            <a:endCxn id="104" idx="1"/>
          </p:cNvCxnSpPr>
          <p:nvPr/>
        </p:nvCxnSpPr>
        <p:spPr>
          <a:xfrm>
            <a:off x="7029450" y="6235179"/>
            <a:ext cx="15049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91" name="screen-label-1-1-search-462">
            <a:extLst>
              <a:ext uri="{FF2B5EF4-FFF2-40B4-BE49-F238E27FC236}">
                <a16:creationId xmlns:a16="http://schemas.microsoft.com/office/drawing/2014/main" id="{6CF4A2F5-A625-509D-5672-1CEB7876DDE1}"/>
              </a:ext>
            </a:extLst>
          </p:cNvPr>
          <p:cNvSpPr>
            <a:spLocks noGrp="1"/>
          </p:cNvSpPr>
          <p:nvPr/>
        </p:nvSpPr>
        <p:spPr>
          <a:xfrm>
            <a:off x="5044064" y="2097396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False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3" name="screen-label-1-1-search-462">
            <a:extLst>
              <a:ext uri="{FF2B5EF4-FFF2-40B4-BE49-F238E27FC236}">
                <a16:creationId xmlns:a16="http://schemas.microsoft.com/office/drawing/2014/main" id="{3D60E73E-3A4A-6C9F-1BBE-9EBFF9D984AC}"/>
              </a:ext>
            </a:extLst>
          </p:cNvPr>
          <p:cNvSpPr>
            <a:spLocks noGrp="1"/>
          </p:cNvSpPr>
          <p:nvPr/>
        </p:nvSpPr>
        <p:spPr>
          <a:xfrm>
            <a:off x="5801591" y="1625080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25592E29-4193-5B57-CD95-A32B3FC8854D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5400000" flipH="1">
            <a:off x="4281490" y="1244911"/>
            <a:ext cx="47621" cy="1543051"/>
          </a:xfrm>
          <a:prstGeom prst="bentConnector3">
            <a:avLst>
              <a:gd name="adj1" fmla="val -400034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13" name="screen-label-3-3-payment-612">
            <a:extLst>
              <a:ext uri="{FF2B5EF4-FFF2-40B4-BE49-F238E27FC236}">
                <a16:creationId xmlns:a16="http://schemas.microsoft.com/office/drawing/2014/main" id="{EA1128D3-1BFB-6D02-9226-113386F8084C}"/>
              </a:ext>
            </a:extLst>
          </p:cNvPr>
          <p:cNvSpPr>
            <a:spLocks noGrp="1"/>
          </p:cNvSpPr>
          <p:nvPr/>
        </p:nvSpPr>
        <p:spPr>
          <a:xfrm>
            <a:off x="2762249" y="3486151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 dirty="0" err="1">
                <a:solidFill>
                  <a:srgbClr val="B45309"/>
                </a:solidFill>
              </a:rPr>
              <a:t>결제</a:t>
            </a:r>
            <a:r>
              <a:rPr sz="750" b="1" dirty="0">
                <a:solidFill>
                  <a:srgbClr val="B45309"/>
                </a:solidFill>
              </a:rPr>
              <a:t> page</a:t>
            </a:r>
          </a:p>
        </p:txBody>
      </p:sp>
      <p:sp>
        <p:nvSpPr>
          <p:cNvPr id="220" name="node-s64">
            <a:extLst>
              <a:ext uri="{FF2B5EF4-FFF2-40B4-BE49-F238E27FC236}">
                <a16:creationId xmlns:a16="http://schemas.microsoft.com/office/drawing/2014/main" id="{3AF1E47A-D526-666A-2C8C-5765E769C2DF}"/>
              </a:ext>
            </a:extLst>
          </p:cNvPr>
          <p:cNvSpPr>
            <a:spLocks noGrp="1"/>
          </p:cNvSpPr>
          <p:nvPr/>
        </p:nvSpPr>
        <p:spPr>
          <a:xfrm>
            <a:off x="2800349" y="3733801"/>
            <a:ext cx="51435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lang="en-US" sz="1125" b="1" dirty="0">
                <a:solidFill>
                  <a:srgbClr val="B45309"/>
                </a:solidFill>
              </a:rPr>
              <a:t>back</a:t>
            </a:r>
            <a:endParaRPr sz="1125" b="1" dirty="0">
              <a:solidFill>
                <a:srgbClr val="B45309"/>
              </a:solidFill>
            </a:endParaRPr>
          </a:p>
        </p:txBody>
      </p:sp>
      <p:sp>
        <p:nvSpPr>
          <p:cNvPr id="235" name="screen-label-3-0-seat-382">
            <a:extLst>
              <a:ext uri="{FF2B5EF4-FFF2-40B4-BE49-F238E27FC236}">
                <a16:creationId xmlns:a16="http://schemas.microsoft.com/office/drawing/2014/main" id="{3E69AFB7-DA37-1D63-99BD-008528C10C12}"/>
              </a:ext>
            </a:extLst>
          </p:cNvPr>
          <p:cNvSpPr>
            <a:spLocks noGrp="1"/>
          </p:cNvSpPr>
          <p:nvPr/>
        </p:nvSpPr>
        <p:spPr>
          <a:xfrm>
            <a:off x="4838698" y="3480436"/>
            <a:ext cx="489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 dirty="0" err="1">
                <a:solidFill>
                  <a:srgbClr val="6D28D9"/>
                </a:solidFill>
              </a:rPr>
              <a:t>좌석</a:t>
            </a:r>
            <a:r>
              <a:rPr sz="750" b="1" dirty="0">
                <a:solidFill>
                  <a:srgbClr val="6D28D9"/>
                </a:solidFill>
              </a:rPr>
              <a:t> page</a:t>
            </a:r>
          </a:p>
        </p:txBody>
      </p:sp>
      <p:sp>
        <p:nvSpPr>
          <p:cNvPr id="236" name="node-s41">
            <a:extLst>
              <a:ext uri="{FF2B5EF4-FFF2-40B4-BE49-F238E27FC236}">
                <a16:creationId xmlns:a16="http://schemas.microsoft.com/office/drawing/2014/main" id="{79693184-8117-B323-B6AA-422962B6E13C}"/>
              </a:ext>
            </a:extLst>
          </p:cNvPr>
          <p:cNvSpPr>
            <a:spLocks noGrp="1"/>
          </p:cNvSpPr>
          <p:nvPr/>
        </p:nvSpPr>
        <p:spPr>
          <a:xfrm>
            <a:off x="6034086" y="3657593"/>
            <a:ext cx="1743075" cy="476249"/>
          </a:xfrm>
          <a:prstGeom prst="diamond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6D28D9"/>
                </a:solidFill>
              </a:defRPr>
            </a:pPr>
            <a:r>
              <a:rPr lang="en-US" sz="975" b="1" dirty="0">
                <a:solidFill>
                  <a:srgbClr val="6D28D9"/>
                </a:solidFill>
              </a:rPr>
              <a:t>Window seat is available</a:t>
            </a:r>
            <a:endParaRPr sz="975" b="1" dirty="0">
              <a:solidFill>
                <a:srgbClr val="6D28D9"/>
              </a:solidFill>
            </a:endParaRPr>
          </a:p>
        </p:txBody>
      </p:sp>
      <p:sp>
        <p:nvSpPr>
          <p:cNvPr id="237" name="node-s42">
            <a:extLst>
              <a:ext uri="{FF2B5EF4-FFF2-40B4-BE49-F238E27FC236}">
                <a16:creationId xmlns:a16="http://schemas.microsoft.com/office/drawing/2014/main" id="{08B1F572-AC78-F44C-E0A0-04E5A60B18B1}"/>
              </a:ext>
            </a:extLst>
          </p:cNvPr>
          <p:cNvSpPr>
            <a:spLocks noGrp="1"/>
          </p:cNvSpPr>
          <p:nvPr/>
        </p:nvSpPr>
        <p:spPr>
          <a:xfrm>
            <a:off x="4867273" y="3705221"/>
            <a:ext cx="9906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Change car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38" name="node-s43">
            <a:extLst>
              <a:ext uri="{FF2B5EF4-FFF2-40B4-BE49-F238E27FC236}">
                <a16:creationId xmlns:a16="http://schemas.microsoft.com/office/drawing/2014/main" id="{478F2731-969B-2C6A-F0EF-19F4DACCD409}"/>
              </a:ext>
            </a:extLst>
          </p:cNvPr>
          <p:cNvSpPr>
            <a:spLocks noGrp="1"/>
          </p:cNvSpPr>
          <p:nvPr/>
        </p:nvSpPr>
        <p:spPr>
          <a:xfrm>
            <a:off x="7962898" y="3705221"/>
            <a:ext cx="10287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window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39" name="node-s44">
            <a:extLst>
              <a:ext uri="{FF2B5EF4-FFF2-40B4-BE49-F238E27FC236}">
                <a16:creationId xmlns:a16="http://schemas.microsoft.com/office/drawing/2014/main" id="{DD337EE6-74EA-A4C5-5FA0-F57E8DF08CAD}"/>
              </a:ext>
            </a:extLst>
          </p:cNvPr>
          <p:cNvSpPr>
            <a:spLocks noGrp="1"/>
          </p:cNvSpPr>
          <p:nvPr/>
        </p:nvSpPr>
        <p:spPr>
          <a:xfrm>
            <a:off x="9163048" y="3705221"/>
            <a:ext cx="11049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선택 완료 btn</a:t>
            </a:r>
          </a:p>
        </p:txBody>
      </p: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F8BB3267-42CB-E159-CF70-A09B6AB4209B}"/>
              </a:ext>
            </a:extLst>
          </p:cNvPr>
          <p:cNvCxnSpPr>
            <a:cxnSpLocks/>
            <a:stCxn id="236" idx="3"/>
            <a:endCxn id="238" idx="1"/>
          </p:cNvCxnSpPr>
          <p:nvPr/>
        </p:nvCxnSpPr>
        <p:spPr>
          <a:xfrm>
            <a:off x="7777161" y="3895718"/>
            <a:ext cx="185737" cy="3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034663C0-58A8-ECCA-EAFD-1A058922DA8C}"/>
              </a:ext>
            </a:extLst>
          </p:cNvPr>
          <p:cNvCxnSpPr>
            <a:stCxn id="238" idx="3"/>
            <a:endCxn id="239" idx="1"/>
          </p:cNvCxnSpPr>
          <p:nvPr/>
        </p:nvCxnSpPr>
        <p:spPr>
          <a:xfrm>
            <a:off x="8991598" y="3895721"/>
            <a:ext cx="1714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43" name="연결선: 꺾임 242">
            <a:extLst>
              <a:ext uri="{FF2B5EF4-FFF2-40B4-BE49-F238E27FC236}">
                <a16:creationId xmlns:a16="http://schemas.microsoft.com/office/drawing/2014/main" id="{7394B62E-586D-B378-77B2-2FBAE88B189E}"/>
              </a:ext>
            </a:extLst>
          </p:cNvPr>
          <p:cNvCxnSpPr>
            <a:cxnSpLocks/>
            <a:stCxn id="237" idx="3"/>
            <a:endCxn id="236" idx="1"/>
          </p:cNvCxnSpPr>
          <p:nvPr/>
        </p:nvCxnSpPr>
        <p:spPr>
          <a:xfrm flipV="1">
            <a:off x="5857873" y="3895718"/>
            <a:ext cx="176213" cy="3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44" name="screen-label-1-1-search-462">
            <a:extLst>
              <a:ext uri="{FF2B5EF4-FFF2-40B4-BE49-F238E27FC236}">
                <a16:creationId xmlns:a16="http://schemas.microsoft.com/office/drawing/2014/main" id="{286C5459-18E0-CF4A-3724-2D7875191B17}"/>
              </a:ext>
            </a:extLst>
          </p:cNvPr>
          <p:cNvSpPr>
            <a:spLocks noGrp="1"/>
          </p:cNvSpPr>
          <p:nvPr/>
        </p:nvSpPr>
        <p:spPr>
          <a:xfrm>
            <a:off x="6872862" y="4257913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False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5" name="screen-label-1-1-search-462">
            <a:extLst>
              <a:ext uri="{FF2B5EF4-FFF2-40B4-BE49-F238E27FC236}">
                <a16:creationId xmlns:a16="http://schemas.microsoft.com/office/drawing/2014/main" id="{3FED39A5-E526-FBAE-9AAD-30DED8B48D0C}"/>
              </a:ext>
            </a:extLst>
          </p:cNvPr>
          <p:cNvSpPr>
            <a:spLocks noGrp="1"/>
          </p:cNvSpPr>
          <p:nvPr/>
        </p:nvSpPr>
        <p:spPr>
          <a:xfrm>
            <a:off x="7630389" y="3718676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46" name="연결선: 꺾임 245">
            <a:extLst>
              <a:ext uri="{FF2B5EF4-FFF2-40B4-BE49-F238E27FC236}">
                <a16:creationId xmlns:a16="http://schemas.microsoft.com/office/drawing/2014/main" id="{CAE37C38-1A59-9F04-07BE-B63F95C31FC1}"/>
              </a:ext>
            </a:extLst>
          </p:cNvPr>
          <p:cNvCxnSpPr>
            <a:cxnSpLocks/>
            <a:stCxn id="236" idx="2"/>
            <a:endCxn id="237" idx="2"/>
          </p:cNvCxnSpPr>
          <p:nvPr/>
        </p:nvCxnSpPr>
        <p:spPr>
          <a:xfrm rot="5400000" flipH="1">
            <a:off x="6110288" y="3338507"/>
            <a:ext cx="47621" cy="1543051"/>
          </a:xfrm>
          <a:prstGeom prst="bentConnector3">
            <a:avLst>
              <a:gd name="adj1" fmla="val -400034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64" name="screen-label-3-4-payment-742">
            <a:extLst>
              <a:ext uri="{FF2B5EF4-FFF2-40B4-BE49-F238E27FC236}">
                <a16:creationId xmlns:a16="http://schemas.microsoft.com/office/drawing/2014/main" id="{E7B0F360-920C-4D81-F979-BA5C641007DC}"/>
              </a:ext>
            </a:extLst>
          </p:cNvPr>
          <p:cNvSpPr>
            <a:spLocks noGrp="1"/>
          </p:cNvSpPr>
          <p:nvPr/>
        </p:nvSpPr>
        <p:spPr>
          <a:xfrm>
            <a:off x="10310810" y="4320420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 dirty="0" err="1">
                <a:solidFill>
                  <a:srgbClr val="B45309"/>
                </a:solidFill>
              </a:rPr>
              <a:t>결제</a:t>
            </a:r>
            <a:r>
              <a:rPr sz="750" b="1" dirty="0">
                <a:solidFill>
                  <a:srgbClr val="B45309"/>
                </a:solidFill>
              </a:rPr>
              <a:t> page</a:t>
            </a:r>
          </a:p>
        </p:txBody>
      </p:sp>
      <p:sp>
        <p:nvSpPr>
          <p:cNvPr id="266" name="node-s70">
            <a:extLst>
              <a:ext uri="{FF2B5EF4-FFF2-40B4-BE49-F238E27FC236}">
                <a16:creationId xmlns:a16="http://schemas.microsoft.com/office/drawing/2014/main" id="{8F2782A2-F8F9-7E1E-3214-E21290170448}"/>
              </a:ext>
            </a:extLst>
          </p:cNvPr>
          <p:cNvSpPr>
            <a:spLocks noGrp="1"/>
          </p:cNvSpPr>
          <p:nvPr/>
        </p:nvSpPr>
        <p:spPr>
          <a:xfrm>
            <a:off x="10329860" y="4568070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 dirty="0" err="1">
                <a:solidFill>
                  <a:srgbClr val="B45309"/>
                </a:solidFill>
              </a:rPr>
              <a:t>결제하기</a:t>
            </a:r>
            <a:r>
              <a:rPr sz="1125" b="1" dirty="0">
                <a:solidFill>
                  <a:srgbClr val="B45309"/>
                </a:solidFill>
              </a:rPr>
              <a:t> </a:t>
            </a:r>
            <a:r>
              <a:rPr sz="1125" b="1" dirty="0" err="1">
                <a:solidFill>
                  <a:srgbClr val="B45309"/>
                </a:solidFill>
              </a:rPr>
              <a:t>btn</a:t>
            </a:r>
            <a:endParaRPr sz="1125" b="1" dirty="0">
              <a:solidFill>
                <a:srgbClr val="B45309"/>
              </a:solidFill>
            </a:endParaRPr>
          </a:p>
        </p:txBody>
      </p:sp>
      <p:sp>
        <p:nvSpPr>
          <p:cNvPr id="270" name="screen-label-3-4-payment-742">
            <a:extLst>
              <a:ext uri="{FF2B5EF4-FFF2-40B4-BE49-F238E27FC236}">
                <a16:creationId xmlns:a16="http://schemas.microsoft.com/office/drawing/2014/main" id="{1F1B2E5E-9F47-DF09-C052-FC2BE7E7EA08}"/>
              </a:ext>
            </a:extLst>
          </p:cNvPr>
          <p:cNvSpPr>
            <a:spLocks noGrp="1"/>
          </p:cNvSpPr>
          <p:nvPr/>
        </p:nvSpPr>
        <p:spPr>
          <a:xfrm>
            <a:off x="9677400" y="135825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272" name="node-s70">
            <a:extLst>
              <a:ext uri="{FF2B5EF4-FFF2-40B4-BE49-F238E27FC236}">
                <a16:creationId xmlns:a16="http://schemas.microsoft.com/office/drawing/2014/main" id="{CC9BA883-3F8A-8FAB-9F99-3B1BDCDD7A21}"/>
              </a:ext>
            </a:extLst>
          </p:cNvPr>
          <p:cNvSpPr>
            <a:spLocks noGrp="1"/>
          </p:cNvSpPr>
          <p:nvPr/>
        </p:nvSpPr>
        <p:spPr>
          <a:xfrm>
            <a:off x="9696450" y="1605905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  <p:sp>
        <p:nvSpPr>
          <p:cNvPr id="286" name="screen-label-3-0-seat-382">
            <a:extLst>
              <a:ext uri="{FF2B5EF4-FFF2-40B4-BE49-F238E27FC236}">
                <a16:creationId xmlns:a16="http://schemas.microsoft.com/office/drawing/2014/main" id="{93AAA750-2FE7-0A5F-75AC-615A79256201}"/>
              </a:ext>
            </a:extLst>
          </p:cNvPr>
          <p:cNvSpPr>
            <a:spLocks noGrp="1"/>
          </p:cNvSpPr>
          <p:nvPr/>
        </p:nvSpPr>
        <p:spPr>
          <a:xfrm>
            <a:off x="2952750" y="5791314"/>
            <a:ext cx="489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 dirty="0" err="1">
                <a:solidFill>
                  <a:srgbClr val="6D28D9"/>
                </a:solidFill>
              </a:rPr>
              <a:t>좌석</a:t>
            </a:r>
            <a:r>
              <a:rPr sz="750" b="1" dirty="0">
                <a:solidFill>
                  <a:srgbClr val="6D28D9"/>
                </a:solidFill>
              </a:rPr>
              <a:t> page</a:t>
            </a:r>
          </a:p>
        </p:txBody>
      </p:sp>
      <p:sp>
        <p:nvSpPr>
          <p:cNvPr id="287" name="node-s41">
            <a:extLst>
              <a:ext uri="{FF2B5EF4-FFF2-40B4-BE49-F238E27FC236}">
                <a16:creationId xmlns:a16="http://schemas.microsoft.com/office/drawing/2014/main" id="{0B104901-D961-C38A-C7F8-1CDDCFA46227}"/>
              </a:ext>
            </a:extLst>
          </p:cNvPr>
          <p:cNvSpPr>
            <a:spLocks noGrp="1"/>
          </p:cNvSpPr>
          <p:nvPr/>
        </p:nvSpPr>
        <p:spPr>
          <a:xfrm>
            <a:off x="4148138" y="5968471"/>
            <a:ext cx="1743075" cy="476249"/>
          </a:xfrm>
          <a:prstGeom prst="diamond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6D28D9"/>
                </a:solidFill>
              </a:defRPr>
            </a:pPr>
            <a:r>
              <a:rPr lang="en-US" sz="975" b="1" dirty="0">
                <a:solidFill>
                  <a:srgbClr val="6D28D9"/>
                </a:solidFill>
              </a:rPr>
              <a:t>Window seat is available</a:t>
            </a:r>
            <a:endParaRPr sz="975" b="1" dirty="0">
              <a:solidFill>
                <a:srgbClr val="6D28D9"/>
              </a:solidFill>
            </a:endParaRPr>
          </a:p>
        </p:txBody>
      </p:sp>
      <p:sp>
        <p:nvSpPr>
          <p:cNvPr id="288" name="node-s42">
            <a:extLst>
              <a:ext uri="{FF2B5EF4-FFF2-40B4-BE49-F238E27FC236}">
                <a16:creationId xmlns:a16="http://schemas.microsoft.com/office/drawing/2014/main" id="{56A941B4-7CBC-A464-652C-FB3C0135CB38}"/>
              </a:ext>
            </a:extLst>
          </p:cNvPr>
          <p:cNvSpPr>
            <a:spLocks noGrp="1"/>
          </p:cNvSpPr>
          <p:nvPr/>
        </p:nvSpPr>
        <p:spPr>
          <a:xfrm>
            <a:off x="2981325" y="6016099"/>
            <a:ext cx="9906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Change car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89" name="node-s43">
            <a:extLst>
              <a:ext uri="{FF2B5EF4-FFF2-40B4-BE49-F238E27FC236}">
                <a16:creationId xmlns:a16="http://schemas.microsoft.com/office/drawing/2014/main" id="{2394224C-2346-9988-918D-92D496FB5B65}"/>
              </a:ext>
            </a:extLst>
          </p:cNvPr>
          <p:cNvSpPr>
            <a:spLocks noGrp="1"/>
          </p:cNvSpPr>
          <p:nvPr/>
        </p:nvSpPr>
        <p:spPr>
          <a:xfrm>
            <a:off x="6076950" y="6016099"/>
            <a:ext cx="10287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en-US" sz="1125" b="1" dirty="0">
                <a:solidFill>
                  <a:srgbClr val="6D28D9"/>
                </a:solidFill>
              </a:rPr>
              <a:t>Choose window seat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90" name="node-s44">
            <a:extLst>
              <a:ext uri="{FF2B5EF4-FFF2-40B4-BE49-F238E27FC236}">
                <a16:creationId xmlns:a16="http://schemas.microsoft.com/office/drawing/2014/main" id="{66FE6350-0939-10E3-7590-59C87598D378}"/>
              </a:ext>
            </a:extLst>
          </p:cNvPr>
          <p:cNvSpPr>
            <a:spLocks noGrp="1"/>
          </p:cNvSpPr>
          <p:nvPr/>
        </p:nvSpPr>
        <p:spPr>
          <a:xfrm>
            <a:off x="7277100" y="6016099"/>
            <a:ext cx="11049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D28D9"/>
                </a:solidFill>
              </a:defRPr>
            </a:pPr>
            <a:r>
              <a:rPr lang="ko-KR" altLang="en-US" sz="1125" b="1" dirty="0">
                <a:solidFill>
                  <a:srgbClr val="6D28D9"/>
                </a:solidFill>
              </a:rPr>
              <a:t>결제하기 </a:t>
            </a:r>
            <a:r>
              <a:rPr sz="1125" b="1" dirty="0" err="1">
                <a:solidFill>
                  <a:srgbClr val="6D28D9"/>
                </a:solidFill>
              </a:rPr>
              <a:t>btn</a:t>
            </a:r>
            <a:endParaRPr sz="1125" b="1" dirty="0">
              <a:solidFill>
                <a:srgbClr val="6D28D9"/>
              </a:solidFill>
            </a:endParaRPr>
          </a:p>
        </p:txBody>
      </p:sp>
      <p:sp>
        <p:nvSpPr>
          <p:cNvPr id="291" name="screen-label-1-1-search-462">
            <a:extLst>
              <a:ext uri="{FF2B5EF4-FFF2-40B4-BE49-F238E27FC236}">
                <a16:creationId xmlns:a16="http://schemas.microsoft.com/office/drawing/2014/main" id="{F356B488-6E17-2AE2-3AA9-7080C027F9EA}"/>
              </a:ext>
            </a:extLst>
          </p:cNvPr>
          <p:cNvSpPr>
            <a:spLocks noGrp="1"/>
          </p:cNvSpPr>
          <p:nvPr/>
        </p:nvSpPr>
        <p:spPr>
          <a:xfrm>
            <a:off x="4991388" y="6467713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altLang="ko-KR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False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2" name="screen-label-1-1-search-462">
            <a:extLst>
              <a:ext uri="{FF2B5EF4-FFF2-40B4-BE49-F238E27FC236}">
                <a16:creationId xmlns:a16="http://schemas.microsoft.com/office/drawing/2014/main" id="{139880EB-0F46-4F2F-50A3-37F53E54A325}"/>
              </a:ext>
            </a:extLst>
          </p:cNvPr>
          <p:cNvSpPr>
            <a:spLocks noGrp="1"/>
          </p:cNvSpPr>
          <p:nvPr/>
        </p:nvSpPr>
        <p:spPr>
          <a:xfrm>
            <a:off x="5744441" y="6029554"/>
            <a:ext cx="913823" cy="211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1D4ED8"/>
                </a:solidFill>
              </a:defRPr>
            </a:pPr>
            <a:r>
              <a:rPr lang="en-US" sz="7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</a:t>
            </a:r>
            <a:endParaRPr sz="7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93" name="연결선: 꺾임 292">
            <a:extLst>
              <a:ext uri="{FF2B5EF4-FFF2-40B4-BE49-F238E27FC236}">
                <a16:creationId xmlns:a16="http://schemas.microsoft.com/office/drawing/2014/main" id="{784C6C59-FA59-27B0-C1EB-2DC232D89C3E}"/>
              </a:ext>
            </a:extLst>
          </p:cNvPr>
          <p:cNvCxnSpPr>
            <a:cxnSpLocks/>
            <a:stCxn id="287" idx="2"/>
            <a:endCxn id="288" idx="2"/>
          </p:cNvCxnSpPr>
          <p:nvPr/>
        </p:nvCxnSpPr>
        <p:spPr>
          <a:xfrm rot="5400000" flipH="1">
            <a:off x="4224340" y="5649385"/>
            <a:ext cx="47621" cy="1543051"/>
          </a:xfrm>
          <a:prstGeom prst="bentConnector3">
            <a:avLst>
              <a:gd name="adj1" fmla="val -400034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4" name="연결선: 꺾임 293">
            <a:extLst>
              <a:ext uri="{FF2B5EF4-FFF2-40B4-BE49-F238E27FC236}">
                <a16:creationId xmlns:a16="http://schemas.microsoft.com/office/drawing/2014/main" id="{1C9C9E2E-A730-CA9C-4B72-CCB604522784}"/>
              </a:ext>
            </a:extLst>
          </p:cNvPr>
          <p:cNvCxnSpPr>
            <a:cxnSpLocks/>
            <a:stCxn id="288" idx="3"/>
            <a:endCxn id="287" idx="1"/>
          </p:cNvCxnSpPr>
          <p:nvPr/>
        </p:nvCxnSpPr>
        <p:spPr>
          <a:xfrm flipV="1">
            <a:off x="3971925" y="6206596"/>
            <a:ext cx="176213" cy="3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8" name="연결선: 꺾임 297">
            <a:extLst>
              <a:ext uri="{FF2B5EF4-FFF2-40B4-BE49-F238E27FC236}">
                <a16:creationId xmlns:a16="http://schemas.microsoft.com/office/drawing/2014/main" id="{6CA6CB10-8FE5-A2F0-A33F-9924983C9105}"/>
              </a:ext>
            </a:extLst>
          </p:cNvPr>
          <p:cNvCxnSpPr>
            <a:cxnSpLocks/>
            <a:stCxn id="287" idx="3"/>
            <a:endCxn id="289" idx="1"/>
          </p:cNvCxnSpPr>
          <p:nvPr/>
        </p:nvCxnSpPr>
        <p:spPr>
          <a:xfrm>
            <a:off x="5891213" y="6206596"/>
            <a:ext cx="185737" cy="3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6E0BCE73-DFB0-103D-3761-C5513F9B0819}"/>
              </a:ext>
            </a:extLst>
          </p:cNvPr>
          <p:cNvCxnSpPr>
            <a:cxnSpLocks/>
            <a:stCxn id="239" idx="3"/>
            <a:endCxn id="60" idx="1"/>
          </p:cNvCxnSpPr>
          <p:nvPr/>
        </p:nvCxnSpPr>
        <p:spPr>
          <a:xfrm>
            <a:off x="10267948" y="3895721"/>
            <a:ext cx="171450" cy="238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17" name="직선 화살표 연결선 316">
            <a:extLst>
              <a:ext uri="{FF2B5EF4-FFF2-40B4-BE49-F238E27FC236}">
                <a16:creationId xmlns:a16="http://schemas.microsoft.com/office/drawing/2014/main" id="{573D19D0-97E5-A8D9-FED5-C5D6CC6855A2}"/>
              </a:ext>
            </a:extLst>
          </p:cNvPr>
          <p:cNvCxnSpPr>
            <a:cxnSpLocks/>
            <a:stCxn id="60" idx="2"/>
            <a:endCxn id="266" idx="0"/>
          </p:cNvCxnSpPr>
          <p:nvPr/>
        </p:nvCxnSpPr>
        <p:spPr>
          <a:xfrm>
            <a:off x="10896598" y="4088609"/>
            <a:ext cx="4762" cy="479461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7" name="screen-label-3-4-payment-742">
            <a:extLst>
              <a:ext uri="{FF2B5EF4-FFF2-40B4-BE49-F238E27FC236}">
                <a16:creationId xmlns:a16="http://schemas.microsoft.com/office/drawing/2014/main" id="{63446540-3062-7261-18FE-B500116F00A5}"/>
              </a:ext>
            </a:extLst>
          </p:cNvPr>
          <p:cNvSpPr>
            <a:spLocks noGrp="1"/>
          </p:cNvSpPr>
          <p:nvPr/>
        </p:nvSpPr>
        <p:spPr>
          <a:xfrm>
            <a:off x="2781299" y="2461206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결제 page</a:t>
            </a:r>
          </a:p>
        </p:txBody>
      </p:sp>
      <p:sp>
        <p:nvSpPr>
          <p:cNvPr id="37" name="node-s70">
            <a:extLst>
              <a:ext uri="{FF2B5EF4-FFF2-40B4-BE49-F238E27FC236}">
                <a16:creationId xmlns:a16="http://schemas.microsoft.com/office/drawing/2014/main" id="{A8C625AE-EA4D-F298-D5F1-BF00551F1CD1}"/>
              </a:ext>
            </a:extLst>
          </p:cNvPr>
          <p:cNvSpPr>
            <a:spLocks noGrp="1"/>
          </p:cNvSpPr>
          <p:nvPr/>
        </p:nvSpPr>
        <p:spPr>
          <a:xfrm>
            <a:off x="2800349" y="2708856"/>
            <a:ext cx="1143000" cy="381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4530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결제하기 btn</a:t>
            </a:r>
          </a:p>
        </p:txBody>
      </p:sp>
    </p:spTree>
    <p:extLst>
      <p:ext uri="{BB962C8B-B14F-4D97-AF65-F5344CB8AC3E}">
        <p14:creationId xmlns:p14="http://schemas.microsoft.com/office/powerpoint/2010/main" val="13582094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DocSecurity>0</DocSecurity>
  <PresentationFormat>와이드스크린</PresentationFormat>
  <Paragraphs>149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JeongHyeon Min</cp:lastModifiedBy>
  <cp:revision>2</cp:revision>
  <dcterms:created xsi:type="dcterms:W3CDTF">2026-06-26T00:42:33Z</dcterms:created>
  <dcterms:modified xsi:type="dcterms:W3CDTF">2026-06-26T02:02:47Z</dcterms:modified>
</cp:coreProperties>
</file>